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653" r:id="rId2"/>
    <p:sldId id="662" r:id="rId3"/>
    <p:sldId id="257" r:id="rId4"/>
    <p:sldId id="663" r:id="rId5"/>
    <p:sldId id="655" r:id="rId6"/>
    <p:sldId id="665" r:id="rId7"/>
    <p:sldId id="657" r:id="rId8"/>
    <p:sldId id="658" r:id="rId9"/>
    <p:sldId id="262" r:id="rId10"/>
    <p:sldId id="666" r:id="rId11"/>
    <p:sldId id="263" r:id="rId12"/>
    <p:sldId id="659" r:id="rId13"/>
    <p:sldId id="667" r:id="rId14"/>
    <p:sldId id="656" r:id="rId15"/>
    <p:sldId id="668" r:id="rId16"/>
    <p:sldId id="669" r:id="rId17"/>
    <p:sldId id="671" r:id="rId18"/>
    <p:sldId id="672" r:id="rId19"/>
    <p:sldId id="673" r:id="rId20"/>
    <p:sldId id="674" r:id="rId21"/>
    <p:sldId id="660" r:id="rId22"/>
    <p:sldId id="6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BBE35-58A2-4F7E-8015-B6E3DC441D92}" v="49" dt="2026-02-01T02:10:09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27" autoAdjust="0"/>
  </p:normalViewPr>
  <p:slideViewPr>
    <p:cSldViewPr snapToGrid="0" snapToObjects="1">
      <p:cViewPr>
        <p:scale>
          <a:sx n="95" d="100"/>
          <a:sy n="95" d="100"/>
        </p:scale>
        <p:origin x="21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3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3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58B08-0373-4D69-A245-7E40419D6657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16A1DE-55C0-4E3F-A83C-270898BB16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Driven Strategy for Movie creation</a:t>
          </a:r>
          <a:endParaRPr lang="en-US"/>
        </a:p>
      </dgm:t>
    </dgm:pt>
    <dgm:pt modelId="{94B2DF69-01AA-4CBE-A766-64ED198A9256}" type="parTrans" cxnId="{CF2D6A3E-7220-4665-B6E6-6C46CB27F357}">
      <dgm:prSet/>
      <dgm:spPr/>
      <dgm:t>
        <a:bodyPr/>
        <a:lstStyle/>
        <a:p>
          <a:endParaRPr lang="en-US"/>
        </a:p>
      </dgm:t>
    </dgm:pt>
    <dgm:pt modelId="{A15AF350-D18C-4DDF-8A30-16FC59FE6E0F}" type="sibTrans" cxnId="{CF2D6A3E-7220-4665-B6E6-6C46CB27F357}">
      <dgm:prSet/>
      <dgm:spPr/>
      <dgm:t>
        <a:bodyPr/>
        <a:lstStyle/>
        <a:p>
          <a:endParaRPr lang="en-US"/>
        </a:p>
      </dgm:t>
    </dgm:pt>
    <dgm:pt modelId="{7B66E60F-F1FC-46D8-8236-88A0191B7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Group Members</a:t>
          </a:r>
          <a:endParaRPr lang="en-US"/>
        </a:p>
      </dgm:t>
    </dgm:pt>
    <dgm:pt modelId="{64B134E4-C541-414B-8312-0A46BB695955}" type="parTrans" cxnId="{0FA30153-A667-4B92-BDFC-2F33F37CD7B5}">
      <dgm:prSet/>
      <dgm:spPr/>
      <dgm:t>
        <a:bodyPr/>
        <a:lstStyle/>
        <a:p>
          <a:endParaRPr lang="en-US"/>
        </a:p>
      </dgm:t>
    </dgm:pt>
    <dgm:pt modelId="{4FBA4ADB-DD6C-4CB4-9DA6-A2B9365CC5B5}" type="sibTrans" cxnId="{0FA30153-A667-4B92-BDFC-2F33F37CD7B5}">
      <dgm:prSet/>
      <dgm:spPr/>
      <dgm:t>
        <a:bodyPr/>
        <a:lstStyle/>
        <a:p>
          <a:endParaRPr lang="en-US"/>
        </a:p>
      </dgm:t>
    </dgm:pt>
    <dgm:pt modelId="{6D64E058-26EE-4BAB-B4C9-2EA41F9C63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1.Sylvia Wanyonyi- Sylvia.wanyonyi@moringaschool.com</a:t>
          </a:r>
        </a:p>
      </dgm:t>
    </dgm:pt>
    <dgm:pt modelId="{2C42124E-8F23-4715-AF0C-49AB3D867CB1}" type="parTrans" cxnId="{BBE46896-77D3-4C4D-9C28-C2D1B2EC294C}">
      <dgm:prSet/>
      <dgm:spPr/>
      <dgm:t>
        <a:bodyPr/>
        <a:lstStyle/>
        <a:p>
          <a:endParaRPr lang="en-US"/>
        </a:p>
      </dgm:t>
    </dgm:pt>
    <dgm:pt modelId="{A97C853B-5C85-461F-BA9E-04F4C5380043}" type="sibTrans" cxnId="{BBE46896-77D3-4C4D-9C28-C2D1B2EC294C}">
      <dgm:prSet/>
      <dgm:spPr/>
      <dgm:t>
        <a:bodyPr/>
        <a:lstStyle/>
        <a:p>
          <a:endParaRPr lang="en-US"/>
        </a:p>
      </dgm:t>
    </dgm:pt>
    <dgm:pt modelId="{181A1ED2-1B3D-4D99-8D80-ABDD87F2C7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2.Kelvin Obungu- Obungu-Kelvin.obungu@student.moringaschool.com</a:t>
          </a:r>
        </a:p>
      </dgm:t>
    </dgm:pt>
    <dgm:pt modelId="{2F4E135A-CBA2-4464-93C9-65B952C7855A}" type="parTrans" cxnId="{3009317E-7BA8-495E-8B96-23CDAA8C45F3}">
      <dgm:prSet/>
      <dgm:spPr/>
      <dgm:t>
        <a:bodyPr/>
        <a:lstStyle/>
        <a:p>
          <a:endParaRPr lang="en-US"/>
        </a:p>
      </dgm:t>
    </dgm:pt>
    <dgm:pt modelId="{5EA86203-E64B-4B5F-903D-E84BB142A63D}" type="sibTrans" cxnId="{3009317E-7BA8-495E-8B96-23CDAA8C45F3}">
      <dgm:prSet/>
      <dgm:spPr/>
      <dgm:t>
        <a:bodyPr/>
        <a:lstStyle/>
        <a:p>
          <a:endParaRPr lang="en-US"/>
        </a:p>
      </dgm:t>
    </dgm:pt>
    <dgm:pt modelId="{9CC1CA8C-6E3C-4FDB-9E03-BB553B268D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3.Samuel Okaro- Samuel.onyango2@student.moringaschool.com</a:t>
          </a:r>
        </a:p>
      </dgm:t>
    </dgm:pt>
    <dgm:pt modelId="{6F096C31-0380-47DB-9BB0-A480F8593C11}" type="parTrans" cxnId="{65EDC735-47D1-4E14-B4B2-527F2AEC30D5}">
      <dgm:prSet/>
      <dgm:spPr/>
      <dgm:t>
        <a:bodyPr/>
        <a:lstStyle/>
        <a:p>
          <a:endParaRPr lang="en-US"/>
        </a:p>
      </dgm:t>
    </dgm:pt>
    <dgm:pt modelId="{3F5DF3AB-A541-4257-80B4-233BB22189A1}" type="sibTrans" cxnId="{65EDC735-47D1-4E14-B4B2-527F2AEC30D5}">
      <dgm:prSet/>
      <dgm:spPr/>
      <dgm:t>
        <a:bodyPr/>
        <a:lstStyle/>
        <a:p>
          <a:endParaRPr lang="en-US"/>
        </a:p>
      </dgm:t>
    </dgm:pt>
    <dgm:pt modelId="{BFDC6D17-2FB6-400F-A8A3-6CB753D29B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4.Benedict Wambua- Benedict.wambua@student.moringaschool.com</a:t>
          </a:r>
        </a:p>
      </dgm:t>
    </dgm:pt>
    <dgm:pt modelId="{97F2BFDD-B1C6-4679-B7DE-47696D67E6C2}" type="parTrans" cxnId="{EFD6B104-641C-40A2-812B-098C7444FC50}">
      <dgm:prSet/>
      <dgm:spPr/>
      <dgm:t>
        <a:bodyPr/>
        <a:lstStyle/>
        <a:p>
          <a:endParaRPr lang="en-US"/>
        </a:p>
      </dgm:t>
    </dgm:pt>
    <dgm:pt modelId="{9F666064-1D25-419D-AC22-21A01FEF81A1}" type="sibTrans" cxnId="{EFD6B104-641C-40A2-812B-098C7444FC50}">
      <dgm:prSet/>
      <dgm:spPr/>
      <dgm:t>
        <a:bodyPr/>
        <a:lstStyle/>
        <a:p>
          <a:endParaRPr lang="en-US"/>
        </a:p>
      </dgm:t>
    </dgm:pt>
    <dgm:pt modelId="{AF741B75-65A1-431B-9901-6BCA77B98A6A}" type="pres">
      <dgm:prSet presAssocID="{27C58B08-0373-4D69-A245-7E40419D6657}" presName="vert0" presStyleCnt="0">
        <dgm:presLayoutVars>
          <dgm:dir/>
          <dgm:animOne val="branch"/>
          <dgm:animLvl val="lvl"/>
        </dgm:presLayoutVars>
      </dgm:prSet>
      <dgm:spPr/>
    </dgm:pt>
    <dgm:pt modelId="{4E60EC52-46CD-4077-8798-ED383AC1C788}" type="pres">
      <dgm:prSet presAssocID="{C516A1DE-55C0-4E3F-A83C-270898BB166C}" presName="thickLine" presStyleLbl="alignNode1" presStyleIdx="0" presStyleCnt="6"/>
      <dgm:spPr/>
    </dgm:pt>
    <dgm:pt modelId="{0642DCA1-9C0C-47E8-8F9A-E219C6C84F9B}" type="pres">
      <dgm:prSet presAssocID="{C516A1DE-55C0-4E3F-A83C-270898BB166C}" presName="horz1" presStyleCnt="0"/>
      <dgm:spPr/>
    </dgm:pt>
    <dgm:pt modelId="{33777BC5-02AE-4E90-B63B-D3FC58524D2F}" type="pres">
      <dgm:prSet presAssocID="{C516A1DE-55C0-4E3F-A83C-270898BB166C}" presName="tx1" presStyleLbl="revTx" presStyleIdx="0" presStyleCnt="6"/>
      <dgm:spPr/>
    </dgm:pt>
    <dgm:pt modelId="{32A86B8E-9494-4B09-808A-0FE7A6D67A03}" type="pres">
      <dgm:prSet presAssocID="{C516A1DE-55C0-4E3F-A83C-270898BB166C}" presName="vert1" presStyleCnt="0"/>
      <dgm:spPr/>
    </dgm:pt>
    <dgm:pt modelId="{429DF41A-E683-4E06-8640-83013604EAAE}" type="pres">
      <dgm:prSet presAssocID="{7B66E60F-F1FC-46D8-8236-88A0191B798C}" presName="thickLine" presStyleLbl="alignNode1" presStyleIdx="1" presStyleCnt="6"/>
      <dgm:spPr/>
    </dgm:pt>
    <dgm:pt modelId="{132EE592-DFBB-48A1-A455-8ABDA19160F6}" type="pres">
      <dgm:prSet presAssocID="{7B66E60F-F1FC-46D8-8236-88A0191B798C}" presName="horz1" presStyleCnt="0"/>
      <dgm:spPr/>
    </dgm:pt>
    <dgm:pt modelId="{1BB135DC-C9FD-4ACC-8F0A-6320F2D74D69}" type="pres">
      <dgm:prSet presAssocID="{7B66E60F-F1FC-46D8-8236-88A0191B798C}" presName="tx1" presStyleLbl="revTx" presStyleIdx="1" presStyleCnt="6"/>
      <dgm:spPr/>
    </dgm:pt>
    <dgm:pt modelId="{235A0C10-A3A7-4CD5-90B3-DE926D9A8F27}" type="pres">
      <dgm:prSet presAssocID="{7B66E60F-F1FC-46D8-8236-88A0191B798C}" presName="vert1" presStyleCnt="0"/>
      <dgm:spPr/>
    </dgm:pt>
    <dgm:pt modelId="{E1F76A9F-5CBE-4D19-B1BB-554C4F07BB56}" type="pres">
      <dgm:prSet presAssocID="{6D64E058-26EE-4BAB-B4C9-2EA41F9C63E5}" presName="thickLine" presStyleLbl="alignNode1" presStyleIdx="2" presStyleCnt="6"/>
      <dgm:spPr/>
    </dgm:pt>
    <dgm:pt modelId="{FC9D52A0-E905-458B-A3B1-4DD7253BC66D}" type="pres">
      <dgm:prSet presAssocID="{6D64E058-26EE-4BAB-B4C9-2EA41F9C63E5}" presName="horz1" presStyleCnt="0"/>
      <dgm:spPr/>
    </dgm:pt>
    <dgm:pt modelId="{F92A9B50-0658-41B5-BCE7-8D5EA5670ADB}" type="pres">
      <dgm:prSet presAssocID="{6D64E058-26EE-4BAB-B4C9-2EA41F9C63E5}" presName="tx1" presStyleLbl="revTx" presStyleIdx="2" presStyleCnt="6"/>
      <dgm:spPr/>
    </dgm:pt>
    <dgm:pt modelId="{539AE108-1E4E-4594-AFD3-037D725804A4}" type="pres">
      <dgm:prSet presAssocID="{6D64E058-26EE-4BAB-B4C9-2EA41F9C63E5}" presName="vert1" presStyleCnt="0"/>
      <dgm:spPr/>
    </dgm:pt>
    <dgm:pt modelId="{D22D9149-D26C-4088-9A4D-B8F1F57B036E}" type="pres">
      <dgm:prSet presAssocID="{181A1ED2-1B3D-4D99-8D80-ABDD87F2C767}" presName="thickLine" presStyleLbl="alignNode1" presStyleIdx="3" presStyleCnt="6"/>
      <dgm:spPr/>
    </dgm:pt>
    <dgm:pt modelId="{000BF956-3AA6-4313-8D45-1D7A44B0B2DE}" type="pres">
      <dgm:prSet presAssocID="{181A1ED2-1B3D-4D99-8D80-ABDD87F2C767}" presName="horz1" presStyleCnt="0"/>
      <dgm:spPr/>
    </dgm:pt>
    <dgm:pt modelId="{F185EC1D-75F9-4A00-811B-8E32F931558C}" type="pres">
      <dgm:prSet presAssocID="{181A1ED2-1B3D-4D99-8D80-ABDD87F2C767}" presName="tx1" presStyleLbl="revTx" presStyleIdx="3" presStyleCnt="6"/>
      <dgm:spPr/>
    </dgm:pt>
    <dgm:pt modelId="{EE2F1C2B-4027-41DA-ACC5-ECADB681C389}" type="pres">
      <dgm:prSet presAssocID="{181A1ED2-1B3D-4D99-8D80-ABDD87F2C767}" presName="vert1" presStyleCnt="0"/>
      <dgm:spPr/>
    </dgm:pt>
    <dgm:pt modelId="{DC83F892-9CAB-4BC4-918A-92966E303229}" type="pres">
      <dgm:prSet presAssocID="{9CC1CA8C-6E3C-4FDB-9E03-BB553B268D61}" presName="thickLine" presStyleLbl="alignNode1" presStyleIdx="4" presStyleCnt="6"/>
      <dgm:spPr/>
    </dgm:pt>
    <dgm:pt modelId="{84A3DE3C-8312-4EEB-AE7C-52AED2E21A29}" type="pres">
      <dgm:prSet presAssocID="{9CC1CA8C-6E3C-4FDB-9E03-BB553B268D61}" presName="horz1" presStyleCnt="0"/>
      <dgm:spPr/>
    </dgm:pt>
    <dgm:pt modelId="{996E45CF-AB4D-417D-9F16-8EE85D66FF10}" type="pres">
      <dgm:prSet presAssocID="{9CC1CA8C-6E3C-4FDB-9E03-BB553B268D61}" presName="tx1" presStyleLbl="revTx" presStyleIdx="4" presStyleCnt="6"/>
      <dgm:spPr/>
    </dgm:pt>
    <dgm:pt modelId="{DC4E510D-CE96-4D22-BD27-6DC5C021E1B6}" type="pres">
      <dgm:prSet presAssocID="{9CC1CA8C-6E3C-4FDB-9E03-BB553B268D61}" presName="vert1" presStyleCnt="0"/>
      <dgm:spPr/>
    </dgm:pt>
    <dgm:pt modelId="{98471023-5554-4B28-8F29-CAE5C0CC5813}" type="pres">
      <dgm:prSet presAssocID="{BFDC6D17-2FB6-400F-A8A3-6CB753D29B83}" presName="thickLine" presStyleLbl="alignNode1" presStyleIdx="5" presStyleCnt="6"/>
      <dgm:spPr/>
    </dgm:pt>
    <dgm:pt modelId="{ED01EFF2-449C-49E3-88B3-B599BBEB2DB4}" type="pres">
      <dgm:prSet presAssocID="{BFDC6D17-2FB6-400F-A8A3-6CB753D29B83}" presName="horz1" presStyleCnt="0"/>
      <dgm:spPr/>
    </dgm:pt>
    <dgm:pt modelId="{BF586588-AB05-4C88-96B6-43D742D3B847}" type="pres">
      <dgm:prSet presAssocID="{BFDC6D17-2FB6-400F-A8A3-6CB753D29B83}" presName="tx1" presStyleLbl="revTx" presStyleIdx="5" presStyleCnt="6"/>
      <dgm:spPr/>
    </dgm:pt>
    <dgm:pt modelId="{6346A7D5-148E-449C-8B33-73A9E41755C4}" type="pres">
      <dgm:prSet presAssocID="{BFDC6D17-2FB6-400F-A8A3-6CB753D29B83}" presName="vert1" presStyleCnt="0"/>
      <dgm:spPr/>
    </dgm:pt>
  </dgm:ptLst>
  <dgm:cxnLst>
    <dgm:cxn modelId="{EFD6B104-641C-40A2-812B-098C7444FC50}" srcId="{27C58B08-0373-4D69-A245-7E40419D6657}" destId="{BFDC6D17-2FB6-400F-A8A3-6CB753D29B83}" srcOrd="5" destOrd="0" parTransId="{97F2BFDD-B1C6-4679-B7DE-47696D67E6C2}" sibTransId="{9F666064-1D25-419D-AC22-21A01FEF81A1}"/>
    <dgm:cxn modelId="{65EDC735-47D1-4E14-B4B2-527F2AEC30D5}" srcId="{27C58B08-0373-4D69-A245-7E40419D6657}" destId="{9CC1CA8C-6E3C-4FDB-9E03-BB553B268D61}" srcOrd="4" destOrd="0" parTransId="{6F096C31-0380-47DB-9BB0-A480F8593C11}" sibTransId="{3F5DF3AB-A541-4257-80B4-233BB22189A1}"/>
    <dgm:cxn modelId="{CF2D6A3E-7220-4665-B6E6-6C46CB27F357}" srcId="{27C58B08-0373-4D69-A245-7E40419D6657}" destId="{C516A1DE-55C0-4E3F-A83C-270898BB166C}" srcOrd="0" destOrd="0" parTransId="{94B2DF69-01AA-4CBE-A766-64ED198A9256}" sibTransId="{A15AF350-D18C-4DDF-8A30-16FC59FE6E0F}"/>
    <dgm:cxn modelId="{8D032A51-8E94-4B83-85A1-084E65E2E974}" type="presOf" srcId="{C516A1DE-55C0-4E3F-A83C-270898BB166C}" destId="{33777BC5-02AE-4E90-B63B-D3FC58524D2F}" srcOrd="0" destOrd="0" presId="urn:microsoft.com/office/officeart/2008/layout/LinedList"/>
    <dgm:cxn modelId="{0FA30153-A667-4B92-BDFC-2F33F37CD7B5}" srcId="{27C58B08-0373-4D69-A245-7E40419D6657}" destId="{7B66E60F-F1FC-46D8-8236-88A0191B798C}" srcOrd="1" destOrd="0" parTransId="{64B134E4-C541-414B-8312-0A46BB695955}" sibTransId="{4FBA4ADB-DD6C-4CB4-9DA6-A2B9365CC5B5}"/>
    <dgm:cxn modelId="{4BA78E59-0FCC-4663-B5FA-69C81919613F}" type="presOf" srcId="{9CC1CA8C-6E3C-4FDB-9E03-BB553B268D61}" destId="{996E45CF-AB4D-417D-9F16-8EE85D66FF10}" srcOrd="0" destOrd="0" presId="urn:microsoft.com/office/officeart/2008/layout/LinedList"/>
    <dgm:cxn modelId="{3009317E-7BA8-495E-8B96-23CDAA8C45F3}" srcId="{27C58B08-0373-4D69-A245-7E40419D6657}" destId="{181A1ED2-1B3D-4D99-8D80-ABDD87F2C767}" srcOrd="3" destOrd="0" parTransId="{2F4E135A-CBA2-4464-93C9-65B952C7855A}" sibTransId="{5EA86203-E64B-4B5F-903D-E84BB142A63D}"/>
    <dgm:cxn modelId="{BBE46896-77D3-4C4D-9C28-C2D1B2EC294C}" srcId="{27C58B08-0373-4D69-A245-7E40419D6657}" destId="{6D64E058-26EE-4BAB-B4C9-2EA41F9C63E5}" srcOrd="2" destOrd="0" parTransId="{2C42124E-8F23-4715-AF0C-49AB3D867CB1}" sibTransId="{A97C853B-5C85-461F-BA9E-04F4C5380043}"/>
    <dgm:cxn modelId="{B4683EC1-9282-402F-95F6-B828ADD22921}" type="presOf" srcId="{181A1ED2-1B3D-4D99-8D80-ABDD87F2C767}" destId="{F185EC1D-75F9-4A00-811B-8E32F931558C}" srcOrd="0" destOrd="0" presId="urn:microsoft.com/office/officeart/2008/layout/LinedList"/>
    <dgm:cxn modelId="{409445C4-2FA6-4B08-B3D4-F94EC5C013E9}" type="presOf" srcId="{27C58B08-0373-4D69-A245-7E40419D6657}" destId="{AF741B75-65A1-431B-9901-6BCA77B98A6A}" srcOrd="0" destOrd="0" presId="urn:microsoft.com/office/officeart/2008/layout/LinedList"/>
    <dgm:cxn modelId="{E33860C6-F414-4CB1-9C18-49A8A1BB8685}" type="presOf" srcId="{BFDC6D17-2FB6-400F-A8A3-6CB753D29B83}" destId="{BF586588-AB05-4C88-96B6-43D742D3B847}" srcOrd="0" destOrd="0" presId="urn:microsoft.com/office/officeart/2008/layout/LinedList"/>
    <dgm:cxn modelId="{DE0CE2E7-059D-44D5-8427-05005C60F61C}" type="presOf" srcId="{6D64E058-26EE-4BAB-B4C9-2EA41F9C63E5}" destId="{F92A9B50-0658-41B5-BCE7-8D5EA5670ADB}" srcOrd="0" destOrd="0" presId="urn:microsoft.com/office/officeart/2008/layout/LinedList"/>
    <dgm:cxn modelId="{90EC4EEE-A1AB-4F5B-ABAA-62A16E01F41C}" type="presOf" srcId="{7B66E60F-F1FC-46D8-8236-88A0191B798C}" destId="{1BB135DC-C9FD-4ACC-8F0A-6320F2D74D69}" srcOrd="0" destOrd="0" presId="urn:microsoft.com/office/officeart/2008/layout/LinedList"/>
    <dgm:cxn modelId="{16D42DD6-F096-4B1B-B6CE-4E10AB7F37B8}" type="presParOf" srcId="{AF741B75-65A1-431B-9901-6BCA77B98A6A}" destId="{4E60EC52-46CD-4077-8798-ED383AC1C788}" srcOrd="0" destOrd="0" presId="urn:microsoft.com/office/officeart/2008/layout/LinedList"/>
    <dgm:cxn modelId="{5FC5B3D5-F295-44AB-A846-8F6E377DF066}" type="presParOf" srcId="{AF741B75-65A1-431B-9901-6BCA77B98A6A}" destId="{0642DCA1-9C0C-47E8-8F9A-E219C6C84F9B}" srcOrd="1" destOrd="0" presId="urn:microsoft.com/office/officeart/2008/layout/LinedList"/>
    <dgm:cxn modelId="{04229FB0-02FB-4B60-A3D3-365141B1F024}" type="presParOf" srcId="{0642DCA1-9C0C-47E8-8F9A-E219C6C84F9B}" destId="{33777BC5-02AE-4E90-B63B-D3FC58524D2F}" srcOrd="0" destOrd="0" presId="urn:microsoft.com/office/officeart/2008/layout/LinedList"/>
    <dgm:cxn modelId="{F53A937A-A82A-4B32-BC57-52EC9EE96CBA}" type="presParOf" srcId="{0642DCA1-9C0C-47E8-8F9A-E219C6C84F9B}" destId="{32A86B8E-9494-4B09-808A-0FE7A6D67A03}" srcOrd="1" destOrd="0" presId="urn:microsoft.com/office/officeart/2008/layout/LinedList"/>
    <dgm:cxn modelId="{E33A0728-1BF2-402F-9255-F06E084ACC8C}" type="presParOf" srcId="{AF741B75-65A1-431B-9901-6BCA77B98A6A}" destId="{429DF41A-E683-4E06-8640-83013604EAAE}" srcOrd="2" destOrd="0" presId="urn:microsoft.com/office/officeart/2008/layout/LinedList"/>
    <dgm:cxn modelId="{2062F2D0-08E2-46F8-8522-F493EA5A8E16}" type="presParOf" srcId="{AF741B75-65A1-431B-9901-6BCA77B98A6A}" destId="{132EE592-DFBB-48A1-A455-8ABDA19160F6}" srcOrd="3" destOrd="0" presId="urn:microsoft.com/office/officeart/2008/layout/LinedList"/>
    <dgm:cxn modelId="{342371A0-E9C1-4149-8D7A-E24C5CBF4A46}" type="presParOf" srcId="{132EE592-DFBB-48A1-A455-8ABDA19160F6}" destId="{1BB135DC-C9FD-4ACC-8F0A-6320F2D74D69}" srcOrd="0" destOrd="0" presId="urn:microsoft.com/office/officeart/2008/layout/LinedList"/>
    <dgm:cxn modelId="{78F3FCE2-2D3C-490F-8302-D5BEB04EDA4D}" type="presParOf" srcId="{132EE592-DFBB-48A1-A455-8ABDA19160F6}" destId="{235A0C10-A3A7-4CD5-90B3-DE926D9A8F27}" srcOrd="1" destOrd="0" presId="urn:microsoft.com/office/officeart/2008/layout/LinedList"/>
    <dgm:cxn modelId="{48A7222B-8056-4C24-82AF-1B7A9AFBE17B}" type="presParOf" srcId="{AF741B75-65A1-431B-9901-6BCA77B98A6A}" destId="{E1F76A9F-5CBE-4D19-B1BB-554C4F07BB56}" srcOrd="4" destOrd="0" presId="urn:microsoft.com/office/officeart/2008/layout/LinedList"/>
    <dgm:cxn modelId="{CF0288A1-483A-49D2-84A6-0BC777311373}" type="presParOf" srcId="{AF741B75-65A1-431B-9901-6BCA77B98A6A}" destId="{FC9D52A0-E905-458B-A3B1-4DD7253BC66D}" srcOrd="5" destOrd="0" presId="urn:microsoft.com/office/officeart/2008/layout/LinedList"/>
    <dgm:cxn modelId="{71C812DA-6149-4ACF-9F72-830EB3310C37}" type="presParOf" srcId="{FC9D52A0-E905-458B-A3B1-4DD7253BC66D}" destId="{F92A9B50-0658-41B5-BCE7-8D5EA5670ADB}" srcOrd="0" destOrd="0" presId="urn:microsoft.com/office/officeart/2008/layout/LinedList"/>
    <dgm:cxn modelId="{4A17350F-B468-4509-BB62-5F6B3DA5C588}" type="presParOf" srcId="{FC9D52A0-E905-458B-A3B1-4DD7253BC66D}" destId="{539AE108-1E4E-4594-AFD3-037D725804A4}" srcOrd="1" destOrd="0" presId="urn:microsoft.com/office/officeart/2008/layout/LinedList"/>
    <dgm:cxn modelId="{B78504C9-5990-4649-A902-8B5638F44551}" type="presParOf" srcId="{AF741B75-65A1-431B-9901-6BCA77B98A6A}" destId="{D22D9149-D26C-4088-9A4D-B8F1F57B036E}" srcOrd="6" destOrd="0" presId="urn:microsoft.com/office/officeart/2008/layout/LinedList"/>
    <dgm:cxn modelId="{417A6ED0-C1F0-40FC-AD0D-D8550E9BA1DA}" type="presParOf" srcId="{AF741B75-65A1-431B-9901-6BCA77B98A6A}" destId="{000BF956-3AA6-4313-8D45-1D7A44B0B2DE}" srcOrd="7" destOrd="0" presId="urn:microsoft.com/office/officeart/2008/layout/LinedList"/>
    <dgm:cxn modelId="{77465E2A-4E8A-46B0-8547-D248948397C4}" type="presParOf" srcId="{000BF956-3AA6-4313-8D45-1D7A44B0B2DE}" destId="{F185EC1D-75F9-4A00-811B-8E32F931558C}" srcOrd="0" destOrd="0" presId="urn:microsoft.com/office/officeart/2008/layout/LinedList"/>
    <dgm:cxn modelId="{9A67284A-0E25-4C01-B282-096DE420DB37}" type="presParOf" srcId="{000BF956-3AA6-4313-8D45-1D7A44B0B2DE}" destId="{EE2F1C2B-4027-41DA-ACC5-ECADB681C389}" srcOrd="1" destOrd="0" presId="urn:microsoft.com/office/officeart/2008/layout/LinedList"/>
    <dgm:cxn modelId="{DD96AFAA-65CC-4A19-B701-325D67D4F01B}" type="presParOf" srcId="{AF741B75-65A1-431B-9901-6BCA77B98A6A}" destId="{DC83F892-9CAB-4BC4-918A-92966E303229}" srcOrd="8" destOrd="0" presId="urn:microsoft.com/office/officeart/2008/layout/LinedList"/>
    <dgm:cxn modelId="{F56200EC-8E3E-434D-93F3-BD84AAE271BE}" type="presParOf" srcId="{AF741B75-65A1-431B-9901-6BCA77B98A6A}" destId="{84A3DE3C-8312-4EEB-AE7C-52AED2E21A29}" srcOrd="9" destOrd="0" presId="urn:microsoft.com/office/officeart/2008/layout/LinedList"/>
    <dgm:cxn modelId="{91B109EE-C8F9-4DE8-A572-7417C9B946F5}" type="presParOf" srcId="{84A3DE3C-8312-4EEB-AE7C-52AED2E21A29}" destId="{996E45CF-AB4D-417D-9F16-8EE85D66FF10}" srcOrd="0" destOrd="0" presId="urn:microsoft.com/office/officeart/2008/layout/LinedList"/>
    <dgm:cxn modelId="{81574497-A604-4E51-A337-CE154D9C4B88}" type="presParOf" srcId="{84A3DE3C-8312-4EEB-AE7C-52AED2E21A29}" destId="{DC4E510D-CE96-4D22-BD27-6DC5C021E1B6}" srcOrd="1" destOrd="0" presId="urn:microsoft.com/office/officeart/2008/layout/LinedList"/>
    <dgm:cxn modelId="{678AB55B-2735-44E7-8D75-D45C72BB3F6F}" type="presParOf" srcId="{AF741B75-65A1-431B-9901-6BCA77B98A6A}" destId="{98471023-5554-4B28-8F29-CAE5C0CC5813}" srcOrd="10" destOrd="0" presId="urn:microsoft.com/office/officeart/2008/layout/LinedList"/>
    <dgm:cxn modelId="{264886C3-DB16-4010-920D-4F9021E79EF7}" type="presParOf" srcId="{AF741B75-65A1-431B-9901-6BCA77B98A6A}" destId="{ED01EFF2-449C-49E3-88B3-B599BBEB2DB4}" srcOrd="11" destOrd="0" presId="urn:microsoft.com/office/officeart/2008/layout/LinedList"/>
    <dgm:cxn modelId="{0FB7FD6F-BD99-4DC9-BD7A-7525B3CEF4E0}" type="presParOf" srcId="{ED01EFF2-449C-49E3-88B3-B599BBEB2DB4}" destId="{BF586588-AB05-4C88-96B6-43D742D3B847}" srcOrd="0" destOrd="0" presId="urn:microsoft.com/office/officeart/2008/layout/LinedList"/>
    <dgm:cxn modelId="{EABAACB6-D25F-4916-856F-3808442CE1A1}" type="presParOf" srcId="{ED01EFF2-449C-49E3-88B3-B599BBEB2DB4}" destId="{6346A7D5-148E-449C-8B33-73A9E41755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8E3655-6293-46B5-897E-A5383E9DACE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3D36B3-898F-4D3C-9FB3-BA118767F7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movies  earned the most revenue?(Domestic and foreign)</a:t>
          </a:r>
        </a:p>
      </dgm:t>
    </dgm:pt>
    <dgm:pt modelId="{2F7AAE9F-D60A-4AEB-A91A-D4B3BC69DC9B}" type="parTrans" cxnId="{77D8D005-D842-41C3-BB45-BF098E638C40}">
      <dgm:prSet/>
      <dgm:spPr/>
      <dgm:t>
        <a:bodyPr/>
        <a:lstStyle/>
        <a:p>
          <a:endParaRPr lang="en-US"/>
        </a:p>
      </dgm:t>
    </dgm:pt>
    <dgm:pt modelId="{9649AECB-D555-4CB8-8B97-12225A1BA28E}" type="sibTrans" cxnId="{77D8D005-D842-41C3-BB45-BF098E638C40}">
      <dgm:prSet/>
      <dgm:spPr/>
      <dgm:t>
        <a:bodyPr/>
        <a:lstStyle/>
        <a:p>
          <a:endParaRPr lang="en-US"/>
        </a:p>
      </dgm:t>
    </dgm:pt>
    <dgm:pt modelId="{4BFCB6BF-573F-4C79-AB28-5081607718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genres consistently delivered higher audience satisfaction?</a:t>
          </a:r>
        </a:p>
      </dgm:t>
    </dgm:pt>
    <dgm:pt modelId="{8A213D50-65AC-4CEB-928E-73B60159FF48}" type="parTrans" cxnId="{026AED37-88C0-400B-A572-034DAE7FF16A}">
      <dgm:prSet/>
      <dgm:spPr/>
      <dgm:t>
        <a:bodyPr/>
        <a:lstStyle/>
        <a:p>
          <a:endParaRPr lang="en-US"/>
        </a:p>
      </dgm:t>
    </dgm:pt>
    <dgm:pt modelId="{AE48FC57-1581-4300-812B-F67603B0C12A}" type="sibTrans" cxnId="{026AED37-88C0-400B-A572-034DAE7FF16A}">
      <dgm:prSet/>
      <dgm:spPr/>
      <dgm:t>
        <a:bodyPr/>
        <a:lstStyle/>
        <a:p>
          <a:endParaRPr lang="en-US"/>
        </a:p>
      </dgm:t>
    </dgm:pt>
    <dgm:pt modelId="{84A8DCA1-4482-48FB-9D2D-1B1C6F9A2A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ratings and revenue trends should guide Microsoft in movie creation?</a:t>
          </a:r>
        </a:p>
      </dgm:t>
    </dgm:pt>
    <dgm:pt modelId="{47818DCF-9EE4-4744-8C48-FF94D1A0CD30}" type="parTrans" cxnId="{D721B433-3CC4-47D0-B35F-47155FB95C8D}">
      <dgm:prSet/>
      <dgm:spPr/>
      <dgm:t>
        <a:bodyPr/>
        <a:lstStyle/>
        <a:p>
          <a:endParaRPr lang="en-US"/>
        </a:p>
      </dgm:t>
    </dgm:pt>
    <dgm:pt modelId="{62B418A2-23B8-48F8-9014-78A000CD19C5}" type="sibTrans" cxnId="{D721B433-3CC4-47D0-B35F-47155FB95C8D}">
      <dgm:prSet/>
      <dgm:spPr/>
      <dgm:t>
        <a:bodyPr/>
        <a:lstStyle/>
        <a:p>
          <a:endParaRPr lang="en-US"/>
        </a:p>
      </dgm:t>
    </dgm:pt>
    <dgm:pt modelId="{F981153F-B26F-408F-958E-F05A2A09AC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studios created the best rated movies?</a:t>
          </a:r>
        </a:p>
      </dgm:t>
    </dgm:pt>
    <dgm:pt modelId="{5293C38C-5663-47A5-A8D4-5FED5A0E7917}" type="parTrans" cxnId="{AB0031C0-F2E5-4046-99FC-37F988ABB13A}">
      <dgm:prSet/>
      <dgm:spPr/>
      <dgm:t>
        <a:bodyPr/>
        <a:lstStyle/>
        <a:p>
          <a:endParaRPr lang="en-US"/>
        </a:p>
      </dgm:t>
    </dgm:pt>
    <dgm:pt modelId="{9141E121-119B-49BB-8359-372D9356E042}" type="sibTrans" cxnId="{AB0031C0-F2E5-4046-99FC-37F988ABB13A}">
      <dgm:prSet/>
      <dgm:spPr/>
      <dgm:t>
        <a:bodyPr/>
        <a:lstStyle/>
        <a:p>
          <a:endParaRPr lang="en-US"/>
        </a:p>
      </dgm:t>
    </dgm:pt>
    <dgm:pt modelId="{45F48196-A1D4-46B6-B30C-7142186591A7}" type="pres">
      <dgm:prSet presAssocID="{918E3655-6293-46B5-897E-A5383E9DACED}" presName="root" presStyleCnt="0">
        <dgm:presLayoutVars>
          <dgm:dir/>
          <dgm:resizeHandles val="exact"/>
        </dgm:presLayoutVars>
      </dgm:prSet>
      <dgm:spPr/>
    </dgm:pt>
    <dgm:pt modelId="{B1645F67-4C4F-4DEE-B546-62843D1A7CE1}" type="pres">
      <dgm:prSet presAssocID="{A63D36B3-898F-4D3C-9FB3-BA118767F7FD}" presName="compNode" presStyleCnt="0"/>
      <dgm:spPr/>
    </dgm:pt>
    <dgm:pt modelId="{0728AE1A-3536-476F-8009-688F4E96A43F}" type="pres">
      <dgm:prSet presAssocID="{A63D36B3-898F-4D3C-9FB3-BA118767F7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D7C4B06-AC93-4CD2-90D9-996F249C7EEB}" type="pres">
      <dgm:prSet presAssocID="{A63D36B3-898F-4D3C-9FB3-BA118767F7FD}" presName="spaceRect" presStyleCnt="0"/>
      <dgm:spPr/>
    </dgm:pt>
    <dgm:pt modelId="{C3B7EE0A-6258-4BAC-9081-3FA4A3CAC6CD}" type="pres">
      <dgm:prSet presAssocID="{A63D36B3-898F-4D3C-9FB3-BA118767F7FD}" presName="textRect" presStyleLbl="revTx" presStyleIdx="0" presStyleCnt="4">
        <dgm:presLayoutVars>
          <dgm:chMax val="1"/>
          <dgm:chPref val="1"/>
        </dgm:presLayoutVars>
      </dgm:prSet>
      <dgm:spPr/>
    </dgm:pt>
    <dgm:pt modelId="{14E77995-AAFD-4BA4-8002-141BC8C552B8}" type="pres">
      <dgm:prSet presAssocID="{9649AECB-D555-4CB8-8B97-12225A1BA28E}" presName="sibTrans" presStyleCnt="0"/>
      <dgm:spPr/>
    </dgm:pt>
    <dgm:pt modelId="{0772A2B4-0CF8-443E-9A7A-1519705E56BB}" type="pres">
      <dgm:prSet presAssocID="{4BFCB6BF-573F-4C79-AB28-508160771859}" presName="compNode" presStyleCnt="0"/>
      <dgm:spPr/>
    </dgm:pt>
    <dgm:pt modelId="{C54FFDAD-D30A-4D5C-8F2A-CF47922B8565}" type="pres">
      <dgm:prSet presAssocID="{4BFCB6BF-573F-4C79-AB28-5081607718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58A77B77-4595-4785-91CA-9E7794A67F0D}" type="pres">
      <dgm:prSet presAssocID="{4BFCB6BF-573F-4C79-AB28-508160771859}" presName="spaceRect" presStyleCnt="0"/>
      <dgm:spPr/>
    </dgm:pt>
    <dgm:pt modelId="{2C1E5C58-F22C-4A17-A563-3A7D46424F40}" type="pres">
      <dgm:prSet presAssocID="{4BFCB6BF-573F-4C79-AB28-508160771859}" presName="textRect" presStyleLbl="revTx" presStyleIdx="1" presStyleCnt="4">
        <dgm:presLayoutVars>
          <dgm:chMax val="1"/>
          <dgm:chPref val="1"/>
        </dgm:presLayoutVars>
      </dgm:prSet>
      <dgm:spPr/>
    </dgm:pt>
    <dgm:pt modelId="{E3299F72-EA45-4FC7-9259-F20AE10D2820}" type="pres">
      <dgm:prSet presAssocID="{AE48FC57-1581-4300-812B-F67603B0C12A}" presName="sibTrans" presStyleCnt="0"/>
      <dgm:spPr/>
    </dgm:pt>
    <dgm:pt modelId="{2897E4C7-1400-43B0-81E7-BDFC968C24BF}" type="pres">
      <dgm:prSet presAssocID="{84A8DCA1-4482-48FB-9D2D-1B1C6F9A2A6D}" presName="compNode" presStyleCnt="0"/>
      <dgm:spPr/>
    </dgm:pt>
    <dgm:pt modelId="{5AB9FEB3-9C0A-488D-9FD8-3AB33157815B}" type="pres">
      <dgm:prSet presAssocID="{84A8DCA1-4482-48FB-9D2D-1B1C6F9A2A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54E49DAF-C11E-49AF-AD5A-45520690AF08}" type="pres">
      <dgm:prSet presAssocID="{84A8DCA1-4482-48FB-9D2D-1B1C6F9A2A6D}" presName="spaceRect" presStyleCnt="0"/>
      <dgm:spPr/>
    </dgm:pt>
    <dgm:pt modelId="{C8A9677D-24DA-44C9-BF72-533E6BC87815}" type="pres">
      <dgm:prSet presAssocID="{84A8DCA1-4482-48FB-9D2D-1B1C6F9A2A6D}" presName="textRect" presStyleLbl="revTx" presStyleIdx="2" presStyleCnt="4">
        <dgm:presLayoutVars>
          <dgm:chMax val="1"/>
          <dgm:chPref val="1"/>
        </dgm:presLayoutVars>
      </dgm:prSet>
      <dgm:spPr/>
    </dgm:pt>
    <dgm:pt modelId="{1243924F-E71A-4AEB-87C0-157BC7468A9C}" type="pres">
      <dgm:prSet presAssocID="{62B418A2-23B8-48F8-9014-78A000CD19C5}" presName="sibTrans" presStyleCnt="0"/>
      <dgm:spPr/>
    </dgm:pt>
    <dgm:pt modelId="{F9938703-A5F8-430A-8FDE-27C3B9831CA5}" type="pres">
      <dgm:prSet presAssocID="{F981153F-B26F-408F-958E-F05A2A09AC85}" presName="compNode" presStyleCnt="0"/>
      <dgm:spPr/>
    </dgm:pt>
    <dgm:pt modelId="{605A416B-C86D-4CF7-8DB8-AB98970C352F}" type="pres">
      <dgm:prSet presAssocID="{F981153F-B26F-408F-958E-F05A2A09AC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F376367A-50D4-4C80-A504-B29B944BACA5}" type="pres">
      <dgm:prSet presAssocID="{F981153F-B26F-408F-958E-F05A2A09AC85}" presName="spaceRect" presStyleCnt="0"/>
      <dgm:spPr/>
    </dgm:pt>
    <dgm:pt modelId="{75A602DE-2044-4FB3-827E-182B9D111DF8}" type="pres">
      <dgm:prSet presAssocID="{F981153F-B26F-408F-958E-F05A2A09AC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D8D005-D842-41C3-BB45-BF098E638C40}" srcId="{918E3655-6293-46B5-897E-A5383E9DACED}" destId="{A63D36B3-898F-4D3C-9FB3-BA118767F7FD}" srcOrd="0" destOrd="0" parTransId="{2F7AAE9F-D60A-4AEB-A91A-D4B3BC69DC9B}" sibTransId="{9649AECB-D555-4CB8-8B97-12225A1BA28E}"/>
    <dgm:cxn modelId="{D721B433-3CC4-47D0-B35F-47155FB95C8D}" srcId="{918E3655-6293-46B5-897E-A5383E9DACED}" destId="{84A8DCA1-4482-48FB-9D2D-1B1C6F9A2A6D}" srcOrd="2" destOrd="0" parTransId="{47818DCF-9EE4-4744-8C48-FF94D1A0CD30}" sibTransId="{62B418A2-23B8-48F8-9014-78A000CD19C5}"/>
    <dgm:cxn modelId="{026AED37-88C0-400B-A572-034DAE7FF16A}" srcId="{918E3655-6293-46B5-897E-A5383E9DACED}" destId="{4BFCB6BF-573F-4C79-AB28-508160771859}" srcOrd="1" destOrd="0" parTransId="{8A213D50-65AC-4CEB-928E-73B60159FF48}" sibTransId="{AE48FC57-1581-4300-812B-F67603B0C12A}"/>
    <dgm:cxn modelId="{62518A3D-01C9-4505-B23B-4735F4CEEC94}" type="presOf" srcId="{4BFCB6BF-573F-4C79-AB28-508160771859}" destId="{2C1E5C58-F22C-4A17-A563-3A7D46424F40}" srcOrd="0" destOrd="0" presId="urn:microsoft.com/office/officeart/2018/2/layout/IconLabelList"/>
    <dgm:cxn modelId="{C1A79D46-68E5-4C85-B42F-209FF149FDCC}" type="presOf" srcId="{918E3655-6293-46B5-897E-A5383E9DACED}" destId="{45F48196-A1D4-46B6-B30C-7142186591A7}" srcOrd="0" destOrd="0" presId="urn:microsoft.com/office/officeart/2018/2/layout/IconLabelList"/>
    <dgm:cxn modelId="{20D90249-F99E-45E1-BFB8-8704411E48C5}" type="presOf" srcId="{A63D36B3-898F-4D3C-9FB3-BA118767F7FD}" destId="{C3B7EE0A-6258-4BAC-9081-3FA4A3CAC6CD}" srcOrd="0" destOrd="0" presId="urn:microsoft.com/office/officeart/2018/2/layout/IconLabelList"/>
    <dgm:cxn modelId="{08C62058-3CA5-4679-B3FC-5EA3677F0891}" type="presOf" srcId="{84A8DCA1-4482-48FB-9D2D-1B1C6F9A2A6D}" destId="{C8A9677D-24DA-44C9-BF72-533E6BC87815}" srcOrd="0" destOrd="0" presId="urn:microsoft.com/office/officeart/2018/2/layout/IconLabelList"/>
    <dgm:cxn modelId="{AB0031C0-F2E5-4046-99FC-37F988ABB13A}" srcId="{918E3655-6293-46B5-897E-A5383E9DACED}" destId="{F981153F-B26F-408F-958E-F05A2A09AC85}" srcOrd="3" destOrd="0" parTransId="{5293C38C-5663-47A5-A8D4-5FED5A0E7917}" sibTransId="{9141E121-119B-49BB-8359-372D9356E042}"/>
    <dgm:cxn modelId="{144ED9CA-7076-463F-AC28-E046CD6CA83B}" type="presOf" srcId="{F981153F-B26F-408F-958E-F05A2A09AC85}" destId="{75A602DE-2044-4FB3-827E-182B9D111DF8}" srcOrd="0" destOrd="0" presId="urn:microsoft.com/office/officeart/2018/2/layout/IconLabelList"/>
    <dgm:cxn modelId="{7E4C5993-B128-47E2-AC45-9F7A7535D3CC}" type="presParOf" srcId="{45F48196-A1D4-46B6-B30C-7142186591A7}" destId="{B1645F67-4C4F-4DEE-B546-62843D1A7CE1}" srcOrd="0" destOrd="0" presId="urn:microsoft.com/office/officeart/2018/2/layout/IconLabelList"/>
    <dgm:cxn modelId="{25C024EF-F904-425B-80DE-AA804F170F2D}" type="presParOf" srcId="{B1645F67-4C4F-4DEE-B546-62843D1A7CE1}" destId="{0728AE1A-3536-476F-8009-688F4E96A43F}" srcOrd="0" destOrd="0" presId="urn:microsoft.com/office/officeart/2018/2/layout/IconLabelList"/>
    <dgm:cxn modelId="{1E60B38D-CD25-44A8-A6A9-965B94E97EB7}" type="presParOf" srcId="{B1645F67-4C4F-4DEE-B546-62843D1A7CE1}" destId="{BD7C4B06-AC93-4CD2-90D9-996F249C7EEB}" srcOrd="1" destOrd="0" presId="urn:microsoft.com/office/officeart/2018/2/layout/IconLabelList"/>
    <dgm:cxn modelId="{F7E4B7CD-68DC-49D1-BB2D-87EC334C4004}" type="presParOf" srcId="{B1645F67-4C4F-4DEE-B546-62843D1A7CE1}" destId="{C3B7EE0A-6258-4BAC-9081-3FA4A3CAC6CD}" srcOrd="2" destOrd="0" presId="urn:microsoft.com/office/officeart/2018/2/layout/IconLabelList"/>
    <dgm:cxn modelId="{BEC0867D-42D4-4CA6-B277-4E60AC1F0C23}" type="presParOf" srcId="{45F48196-A1D4-46B6-B30C-7142186591A7}" destId="{14E77995-AAFD-4BA4-8002-141BC8C552B8}" srcOrd="1" destOrd="0" presId="urn:microsoft.com/office/officeart/2018/2/layout/IconLabelList"/>
    <dgm:cxn modelId="{91926BFA-A870-4930-9B89-FB05274D3988}" type="presParOf" srcId="{45F48196-A1D4-46B6-B30C-7142186591A7}" destId="{0772A2B4-0CF8-443E-9A7A-1519705E56BB}" srcOrd="2" destOrd="0" presId="urn:microsoft.com/office/officeart/2018/2/layout/IconLabelList"/>
    <dgm:cxn modelId="{C89841BA-0364-4204-9D78-3970782B5557}" type="presParOf" srcId="{0772A2B4-0CF8-443E-9A7A-1519705E56BB}" destId="{C54FFDAD-D30A-4D5C-8F2A-CF47922B8565}" srcOrd="0" destOrd="0" presId="urn:microsoft.com/office/officeart/2018/2/layout/IconLabelList"/>
    <dgm:cxn modelId="{EE4D444D-785B-41C1-9C76-25DBF42426B5}" type="presParOf" srcId="{0772A2B4-0CF8-443E-9A7A-1519705E56BB}" destId="{58A77B77-4595-4785-91CA-9E7794A67F0D}" srcOrd="1" destOrd="0" presId="urn:microsoft.com/office/officeart/2018/2/layout/IconLabelList"/>
    <dgm:cxn modelId="{5F3DE17C-ADDA-4F7F-9052-796F66749BCD}" type="presParOf" srcId="{0772A2B4-0CF8-443E-9A7A-1519705E56BB}" destId="{2C1E5C58-F22C-4A17-A563-3A7D46424F40}" srcOrd="2" destOrd="0" presId="urn:microsoft.com/office/officeart/2018/2/layout/IconLabelList"/>
    <dgm:cxn modelId="{146C5F71-D9A9-42A5-830E-9D5C76557E78}" type="presParOf" srcId="{45F48196-A1D4-46B6-B30C-7142186591A7}" destId="{E3299F72-EA45-4FC7-9259-F20AE10D2820}" srcOrd="3" destOrd="0" presId="urn:microsoft.com/office/officeart/2018/2/layout/IconLabelList"/>
    <dgm:cxn modelId="{20503781-F69B-4E7D-8685-531102943CFD}" type="presParOf" srcId="{45F48196-A1D4-46B6-B30C-7142186591A7}" destId="{2897E4C7-1400-43B0-81E7-BDFC968C24BF}" srcOrd="4" destOrd="0" presId="urn:microsoft.com/office/officeart/2018/2/layout/IconLabelList"/>
    <dgm:cxn modelId="{CFBE9973-44D7-4C9D-BCA2-F0B8DBAE3E8F}" type="presParOf" srcId="{2897E4C7-1400-43B0-81E7-BDFC968C24BF}" destId="{5AB9FEB3-9C0A-488D-9FD8-3AB33157815B}" srcOrd="0" destOrd="0" presId="urn:microsoft.com/office/officeart/2018/2/layout/IconLabelList"/>
    <dgm:cxn modelId="{6FC6B708-D17C-4863-828A-856393B0756B}" type="presParOf" srcId="{2897E4C7-1400-43B0-81E7-BDFC968C24BF}" destId="{54E49DAF-C11E-49AF-AD5A-45520690AF08}" srcOrd="1" destOrd="0" presId="urn:microsoft.com/office/officeart/2018/2/layout/IconLabelList"/>
    <dgm:cxn modelId="{B7970CD2-6772-48FC-8052-89067A76B993}" type="presParOf" srcId="{2897E4C7-1400-43B0-81E7-BDFC968C24BF}" destId="{C8A9677D-24DA-44C9-BF72-533E6BC87815}" srcOrd="2" destOrd="0" presId="urn:microsoft.com/office/officeart/2018/2/layout/IconLabelList"/>
    <dgm:cxn modelId="{AA996FD6-C0B2-4BBB-8E99-C2FE9ADE1F94}" type="presParOf" srcId="{45F48196-A1D4-46B6-B30C-7142186591A7}" destId="{1243924F-E71A-4AEB-87C0-157BC7468A9C}" srcOrd="5" destOrd="0" presId="urn:microsoft.com/office/officeart/2018/2/layout/IconLabelList"/>
    <dgm:cxn modelId="{71D079FE-DE1C-43E1-B7DA-BE9E9BD62078}" type="presParOf" srcId="{45F48196-A1D4-46B6-B30C-7142186591A7}" destId="{F9938703-A5F8-430A-8FDE-27C3B9831CA5}" srcOrd="6" destOrd="0" presId="urn:microsoft.com/office/officeart/2018/2/layout/IconLabelList"/>
    <dgm:cxn modelId="{B433C124-DB58-4D1D-BE0A-C6010DC70934}" type="presParOf" srcId="{F9938703-A5F8-430A-8FDE-27C3B9831CA5}" destId="{605A416B-C86D-4CF7-8DB8-AB98970C352F}" srcOrd="0" destOrd="0" presId="urn:microsoft.com/office/officeart/2018/2/layout/IconLabelList"/>
    <dgm:cxn modelId="{C23904E4-6649-441F-AAD5-5307722C3257}" type="presParOf" srcId="{F9938703-A5F8-430A-8FDE-27C3B9831CA5}" destId="{F376367A-50D4-4C80-A504-B29B944BACA5}" srcOrd="1" destOrd="0" presId="urn:microsoft.com/office/officeart/2018/2/layout/IconLabelList"/>
    <dgm:cxn modelId="{AFE7D894-E246-45EF-ABC3-BB753FF3B6FE}" type="presParOf" srcId="{F9938703-A5F8-430A-8FDE-27C3B9831CA5}" destId="{75A602DE-2044-4FB3-827E-182B9D111D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F3114E-B2F4-4128-B0A9-BBAB3F6FFC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171AB3-7D16-4BF5-997B-862FCFD0D2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IMDb – Basics–</a:t>
          </a:r>
          <a:r>
            <a:rPr lang="en-GB" dirty="0"/>
            <a:t> Genre classification and production year</a:t>
          </a:r>
          <a:endParaRPr lang="en-US" dirty="0"/>
        </a:p>
      </dgm:t>
    </dgm:pt>
    <dgm:pt modelId="{FDBE026C-39BA-4508-97BD-00FAB31DEE3A}" type="parTrans" cxnId="{8D659581-F88E-4249-9BB7-9AC925AEFD0D}">
      <dgm:prSet/>
      <dgm:spPr/>
      <dgm:t>
        <a:bodyPr/>
        <a:lstStyle/>
        <a:p>
          <a:endParaRPr lang="en-US"/>
        </a:p>
      </dgm:t>
    </dgm:pt>
    <dgm:pt modelId="{73737906-DE3F-4F0E-8B9F-B1672E81FD63}" type="sibTrans" cxnId="{8D659581-F88E-4249-9BB7-9AC925AEFD0D}">
      <dgm:prSet/>
      <dgm:spPr/>
      <dgm:t>
        <a:bodyPr/>
        <a:lstStyle/>
        <a:p>
          <a:endParaRPr lang="en-US"/>
        </a:p>
      </dgm:t>
    </dgm:pt>
    <dgm:pt modelId="{16CBD6B3-5E3D-4872-9CF0-02D0ED17F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IMDb –Ratings-A</a:t>
          </a:r>
          <a:r>
            <a:rPr lang="en-GB" dirty="0" err="1"/>
            <a:t>verage</a:t>
          </a:r>
          <a:r>
            <a:rPr lang="en-GB" dirty="0"/>
            <a:t> audience ratings and vote counts</a:t>
          </a:r>
          <a:endParaRPr lang="en-US" dirty="0"/>
        </a:p>
      </dgm:t>
    </dgm:pt>
    <dgm:pt modelId="{C339822B-EF69-4C95-9F87-7434B67F7792}" type="parTrans" cxnId="{7A048EE2-821F-47B8-BF2F-893150648872}">
      <dgm:prSet/>
      <dgm:spPr/>
      <dgm:t>
        <a:bodyPr/>
        <a:lstStyle/>
        <a:p>
          <a:endParaRPr lang="en-US"/>
        </a:p>
      </dgm:t>
    </dgm:pt>
    <dgm:pt modelId="{1DD0D8B0-25CF-4C09-B358-F4379D041E78}" type="sibTrans" cxnId="{7A048EE2-821F-47B8-BF2F-893150648872}">
      <dgm:prSet/>
      <dgm:spPr/>
      <dgm:t>
        <a:bodyPr/>
        <a:lstStyle/>
        <a:p>
          <a:endParaRPr lang="en-US"/>
        </a:p>
      </dgm:t>
    </dgm:pt>
    <dgm:pt modelId="{D2D21E47-9D39-4F9E-B7E3-9A85C8145C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Bom movies</a:t>
          </a:r>
          <a:r>
            <a:rPr lang="en-GB" dirty="0"/>
            <a:t>– Domestic and international gross revenue</a:t>
          </a:r>
          <a:endParaRPr lang="en-US" dirty="0"/>
        </a:p>
      </dgm:t>
    </dgm:pt>
    <dgm:pt modelId="{A90A070F-1B48-46B4-954F-982152AF8E16}" type="parTrans" cxnId="{280BB469-F379-43B8-A6A9-A907355D9019}">
      <dgm:prSet/>
      <dgm:spPr/>
      <dgm:t>
        <a:bodyPr/>
        <a:lstStyle/>
        <a:p>
          <a:endParaRPr lang="en-US"/>
        </a:p>
      </dgm:t>
    </dgm:pt>
    <dgm:pt modelId="{BF5689D3-0666-4524-9F33-F574041867C8}" type="sibTrans" cxnId="{280BB469-F379-43B8-A6A9-A907355D9019}">
      <dgm:prSet/>
      <dgm:spPr/>
      <dgm:t>
        <a:bodyPr/>
        <a:lstStyle/>
        <a:p>
          <a:endParaRPr lang="en-US"/>
        </a:p>
      </dgm:t>
    </dgm:pt>
    <dgm:pt modelId="{BC617F4E-39A0-44B0-BA15-90D543383424}" type="pres">
      <dgm:prSet presAssocID="{BDF3114E-B2F4-4128-B0A9-BBAB3F6FFC53}" presName="root" presStyleCnt="0">
        <dgm:presLayoutVars>
          <dgm:dir/>
          <dgm:resizeHandles val="exact"/>
        </dgm:presLayoutVars>
      </dgm:prSet>
      <dgm:spPr/>
    </dgm:pt>
    <dgm:pt modelId="{EB2FE1DD-7109-49D9-8A9F-804C79C84745}" type="pres">
      <dgm:prSet presAssocID="{C1171AB3-7D16-4BF5-997B-862FCFD0D2C8}" presName="compNode" presStyleCnt="0"/>
      <dgm:spPr/>
    </dgm:pt>
    <dgm:pt modelId="{AAC24942-B993-4828-A62D-66BBD8A60B4B}" type="pres">
      <dgm:prSet presAssocID="{C1171AB3-7D16-4BF5-997B-862FCFD0D2C8}" presName="bgRect" presStyleLbl="bgShp" presStyleIdx="0" presStyleCnt="3"/>
      <dgm:spPr/>
    </dgm:pt>
    <dgm:pt modelId="{77FF7250-39DD-4FF9-9CC4-74C9CB424016}" type="pres">
      <dgm:prSet presAssocID="{C1171AB3-7D16-4BF5-997B-862FCFD0D2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17C525-6735-44EB-B369-8F090A34FF1A}" type="pres">
      <dgm:prSet presAssocID="{C1171AB3-7D16-4BF5-997B-862FCFD0D2C8}" presName="spaceRect" presStyleCnt="0"/>
      <dgm:spPr/>
    </dgm:pt>
    <dgm:pt modelId="{03364188-485B-4FAA-9893-E736ABDFB989}" type="pres">
      <dgm:prSet presAssocID="{C1171AB3-7D16-4BF5-997B-862FCFD0D2C8}" presName="parTx" presStyleLbl="revTx" presStyleIdx="0" presStyleCnt="3">
        <dgm:presLayoutVars>
          <dgm:chMax val="0"/>
          <dgm:chPref val="0"/>
        </dgm:presLayoutVars>
      </dgm:prSet>
      <dgm:spPr/>
    </dgm:pt>
    <dgm:pt modelId="{A646CCF1-40F1-45AF-AFEF-C2258A920585}" type="pres">
      <dgm:prSet presAssocID="{73737906-DE3F-4F0E-8B9F-B1672E81FD63}" presName="sibTrans" presStyleCnt="0"/>
      <dgm:spPr/>
    </dgm:pt>
    <dgm:pt modelId="{E400CA65-6522-48F1-865A-754CE92B98B8}" type="pres">
      <dgm:prSet presAssocID="{16CBD6B3-5E3D-4872-9CF0-02D0ED17FF66}" presName="compNode" presStyleCnt="0"/>
      <dgm:spPr/>
    </dgm:pt>
    <dgm:pt modelId="{E07CF052-39B2-4AC3-8678-614119BBE847}" type="pres">
      <dgm:prSet presAssocID="{16CBD6B3-5E3D-4872-9CF0-02D0ED17FF66}" presName="bgRect" presStyleLbl="bgShp" presStyleIdx="1" presStyleCnt="3"/>
      <dgm:spPr/>
    </dgm:pt>
    <dgm:pt modelId="{33778A4B-1605-4AEA-9024-86BC3D33A2D3}" type="pres">
      <dgm:prSet presAssocID="{16CBD6B3-5E3D-4872-9CF0-02D0ED17FF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65F525A0-2CE6-4423-BACF-62D13A4A3219}" type="pres">
      <dgm:prSet presAssocID="{16CBD6B3-5E3D-4872-9CF0-02D0ED17FF66}" presName="spaceRect" presStyleCnt="0"/>
      <dgm:spPr/>
    </dgm:pt>
    <dgm:pt modelId="{70832562-BD75-4AF6-A2EC-AA3D8D908C8A}" type="pres">
      <dgm:prSet presAssocID="{16CBD6B3-5E3D-4872-9CF0-02D0ED17FF66}" presName="parTx" presStyleLbl="revTx" presStyleIdx="1" presStyleCnt="3">
        <dgm:presLayoutVars>
          <dgm:chMax val="0"/>
          <dgm:chPref val="0"/>
        </dgm:presLayoutVars>
      </dgm:prSet>
      <dgm:spPr/>
    </dgm:pt>
    <dgm:pt modelId="{C17822F7-43BA-4B67-B843-C0BA9994C201}" type="pres">
      <dgm:prSet presAssocID="{1DD0D8B0-25CF-4C09-B358-F4379D041E78}" presName="sibTrans" presStyleCnt="0"/>
      <dgm:spPr/>
    </dgm:pt>
    <dgm:pt modelId="{796C09EF-457B-4F82-B2AF-7D86AF975062}" type="pres">
      <dgm:prSet presAssocID="{D2D21E47-9D39-4F9E-B7E3-9A85C8145C3C}" presName="compNode" presStyleCnt="0"/>
      <dgm:spPr/>
    </dgm:pt>
    <dgm:pt modelId="{461013CB-94B7-4DEB-A51F-19032344DA6F}" type="pres">
      <dgm:prSet presAssocID="{D2D21E47-9D39-4F9E-B7E3-9A85C8145C3C}" presName="bgRect" presStyleLbl="bgShp" presStyleIdx="2" presStyleCnt="3"/>
      <dgm:spPr/>
    </dgm:pt>
    <dgm:pt modelId="{50BC54DA-D1F4-41C9-BE37-19F8BF954512}" type="pres">
      <dgm:prSet presAssocID="{D2D21E47-9D39-4F9E-B7E3-9A85C8145C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BCF24F2C-2224-45F7-9FC1-40D3BCD46DEC}" type="pres">
      <dgm:prSet presAssocID="{D2D21E47-9D39-4F9E-B7E3-9A85C8145C3C}" presName="spaceRect" presStyleCnt="0"/>
      <dgm:spPr/>
    </dgm:pt>
    <dgm:pt modelId="{9F1156A7-4C54-413C-9F14-A3DC1474E78F}" type="pres">
      <dgm:prSet presAssocID="{D2D21E47-9D39-4F9E-B7E3-9A85C8145C3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91A542-FD53-47D5-8AF4-40DEA66C956E}" type="presOf" srcId="{BDF3114E-B2F4-4128-B0A9-BBAB3F6FFC53}" destId="{BC617F4E-39A0-44B0-BA15-90D543383424}" srcOrd="0" destOrd="0" presId="urn:microsoft.com/office/officeart/2018/2/layout/IconVerticalSolidList"/>
    <dgm:cxn modelId="{280BB469-F379-43B8-A6A9-A907355D9019}" srcId="{BDF3114E-B2F4-4128-B0A9-BBAB3F6FFC53}" destId="{D2D21E47-9D39-4F9E-B7E3-9A85C8145C3C}" srcOrd="2" destOrd="0" parTransId="{A90A070F-1B48-46B4-954F-982152AF8E16}" sibTransId="{BF5689D3-0666-4524-9F33-F574041867C8}"/>
    <dgm:cxn modelId="{7F1B636F-0BC2-4A14-ABB9-9893E21C3C53}" type="presOf" srcId="{C1171AB3-7D16-4BF5-997B-862FCFD0D2C8}" destId="{03364188-485B-4FAA-9893-E736ABDFB989}" srcOrd="0" destOrd="0" presId="urn:microsoft.com/office/officeart/2018/2/layout/IconVerticalSolidList"/>
    <dgm:cxn modelId="{8D659581-F88E-4249-9BB7-9AC925AEFD0D}" srcId="{BDF3114E-B2F4-4128-B0A9-BBAB3F6FFC53}" destId="{C1171AB3-7D16-4BF5-997B-862FCFD0D2C8}" srcOrd="0" destOrd="0" parTransId="{FDBE026C-39BA-4508-97BD-00FAB31DEE3A}" sibTransId="{73737906-DE3F-4F0E-8B9F-B1672E81FD63}"/>
    <dgm:cxn modelId="{C92FDEB9-DE53-4C01-8848-6C2CC11C3E37}" type="presOf" srcId="{D2D21E47-9D39-4F9E-B7E3-9A85C8145C3C}" destId="{9F1156A7-4C54-413C-9F14-A3DC1474E78F}" srcOrd="0" destOrd="0" presId="urn:microsoft.com/office/officeart/2018/2/layout/IconVerticalSolidList"/>
    <dgm:cxn modelId="{7A048EE2-821F-47B8-BF2F-893150648872}" srcId="{BDF3114E-B2F4-4128-B0A9-BBAB3F6FFC53}" destId="{16CBD6B3-5E3D-4872-9CF0-02D0ED17FF66}" srcOrd="1" destOrd="0" parTransId="{C339822B-EF69-4C95-9F87-7434B67F7792}" sibTransId="{1DD0D8B0-25CF-4C09-B358-F4379D041E78}"/>
    <dgm:cxn modelId="{E721C9F0-475F-45ED-8B87-8C8ACEA8764F}" type="presOf" srcId="{16CBD6B3-5E3D-4872-9CF0-02D0ED17FF66}" destId="{70832562-BD75-4AF6-A2EC-AA3D8D908C8A}" srcOrd="0" destOrd="0" presId="urn:microsoft.com/office/officeart/2018/2/layout/IconVerticalSolidList"/>
    <dgm:cxn modelId="{3C9F6119-C374-4062-BF0F-CF1FA829EDC1}" type="presParOf" srcId="{BC617F4E-39A0-44B0-BA15-90D543383424}" destId="{EB2FE1DD-7109-49D9-8A9F-804C79C84745}" srcOrd="0" destOrd="0" presId="urn:microsoft.com/office/officeart/2018/2/layout/IconVerticalSolidList"/>
    <dgm:cxn modelId="{32A44B59-AF89-4A9B-9B9E-38FF78659C54}" type="presParOf" srcId="{EB2FE1DD-7109-49D9-8A9F-804C79C84745}" destId="{AAC24942-B993-4828-A62D-66BBD8A60B4B}" srcOrd="0" destOrd="0" presId="urn:microsoft.com/office/officeart/2018/2/layout/IconVerticalSolidList"/>
    <dgm:cxn modelId="{8A8BDB0F-4D35-4B7F-836F-3EEBCA55F707}" type="presParOf" srcId="{EB2FE1DD-7109-49D9-8A9F-804C79C84745}" destId="{77FF7250-39DD-4FF9-9CC4-74C9CB424016}" srcOrd="1" destOrd="0" presId="urn:microsoft.com/office/officeart/2018/2/layout/IconVerticalSolidList"/>
    <dgm:cxn modelId="{A8382671-A72A-4A34-9AB0-91B5555E46EF}" type="presParOf" srcId="{EB2FE1DD-7109-49D9-8A9F-804C79C84745}" destId="{D717C525-6735-44EB-B369-8F090A34FF1A}" srcOrd="2" destOrd="0" presId="urn:microsoft.com/office/officeart/2018/2/layout/IconVerticalSolidList"/>
    <dgm:cxn modelId="{A6DB252A-8166-45A8-9637-25902D09D624}" type="presParOf" srcId="{EB2FE1DD-7109-49D9-8A9F-804C79C84745}" destId="{03364188-485B-4FAA-9893-E736ABDFB989}" srcOrd="3" destOrd="0" presId="urn:microsoft.com/office/officeart/2018/2/layout/IconVerticalSolidList"/>
    <dgm:cxn modelId="{A477870C-8966-42A7-B22C-7FB22634C547}" type="presParOf" srcId="{BC617F4E-39A0-44B0-BA15-90D543383424}" destId="{A646CCF1-40F1-45AF-AFEF-C2258A920585}" srcOrd="1" destOrd="0" presId="urn:microsoft.com/office/officeart/2018/2/layout/IconVerticalSolidList"/>
    <dgm:cxn modelId="{EF5C22BC-FAB5-4909-9F0F-0905AE7530B4}" type="presParOf" srcId="{BC617F4E-39A0-44B0-BA15-90D543383424}" destId="{E400CA65-6522-48F1-865A-754CE92B98B8}" srcOrd="2" destOrd="0" presId="urn:microsoft.com/office/officeart/2018/2/layout/IconVerticalSolidList"/>
    <dgm:cxn modelId="{BBD599DE-FC7B-4DDB-8B7B-AF7E9F21696B}" type="presParOf" srcId="{E400CA65-6522-48F1-865A-754CE92B98B8}" destId="{E07CF052-39B2-4AC3-8678-614119BBE847}" srcOrd="0" destOrd="0" presId="urn:microsoft.com/office/officeart/2018/2/layout/IconVerticalSolidList"/>
    <dgm:cxn modelId="{2121031D-E664-4B01-8F39-CFE427C38C89}" type="presParOf" srcId="{E400CA65-6522-48F1-865A-754CE92B98B8}" destId="{33778A4B-1605-4AEA-9024-86BC3D33A2D3}" srcOrd="1" destOrd="0" presId="urn:microsoft.com/office/officeart/2018/2/layout/IconVerticalSolidList"/>
    <dgm:cxn modelId="{D726F89C-217C-479E-8509-12D811FD1713}" type="presParOf" srcId="{E400CA65-6522-48F1-865A-754CE92B98B8}" destId="{65F525A0-2CE6-4423-BACF-62D13A4A3219}" srcOrd="2" destOrd="0" presId="urn:microsoft.com/office/officeart/2018/2/layout/IconVerticalSolidList"/>
    <dgm:cxn modelId="{67B1DCED-30F8-469E-9BA7-9B418237B52B}" type="presParOf" srcId="{E400CA65-6522-48F1-865A-754CE92B98B8}" destId="{70832562-BD75-4AF6-A2EC-AA3D8D908C8A}" srcOrd="3" destOrd="0" presId="urn:microsoft.com/office/officeart/2018/2/layout/IconVerticalSolidList"/>
    <dgm:cxn modelId="{95D3EAFB-9CF8-44F6-A904-95696C033BDF}" type="presParOf" srcId="{BC617F4E-39A0-44B0-BA15-90D543383424}" destId="{C17822F7-43BA-4B67-B843-C0BA9994C201}" srcOrd="3" destOrd="0" presId="urn:microsoft.com/office/officeart/2018/2/layout/IconVerticalSolidList"/>
    <dgm:cxn modelId="{02C365D7-86D2-4DF2-BBEC-F8DA4E616306}" type="presParOf" srcId="{BC617F4E-39A0-44B0-BA15-90D543383424}" destId="{796C09EF-457B-4F82-B2AF-7D86AF975062}" srcOrd="4" destOrd="0" presId="urn:microsoft.com/office/officeart/2018/2/layout/IconVerticalSolidList"/>
    <dgm:cxn modelId="{9D4731EE-7840-4505-A888-B69D49790130}" type="presParOf" srcId="{796C09EF-457B-4F82-B2AF-7D86AF975062}" destId="{461013CB-94B7-4DEB-A51F-19032344DA6F}" srcOrd="0" destOrd="0" presId="urn:microsoft.com/office/officeart/2018/2/layout/IconVerticalSolidList"/>
    <dgm:cxn modelId="{A6232E09-3D79-40F9-AFF2-216704425FAB}" type="presParOf" srcId="{796C09EF-457B-4F82-B2AF-7D86AF975062}" destId="{50BC54DA-D1F4-41C9-BE37-19F8BF954512}" srcOrd="1" destOrd="0" presId="urn:microsoft.com/office/officeart/2018/2/layout/IconVerticalSolidList"/>
    <dgm:cxn modelId="{DBB4C204-4C14-4D91-8E69-B47951C08EDC}" type="presParOf" srcId="{796C09EF-457B-4F82-B2AF-7D86AF975062}" destId="{BCF24F2C-2224-45F7-9FC1-40D3BCD46DEC}" srcOrd="2" destOrd="0" presId="urn:microsoft.com/office/officeart/2018/2/layout/IconVerticalSolidList"/>
    <dgm:cxn modelId="{9ABAD65C-4392-496C-9989-918F053E51CD}" type="presParOf" srcId="{796C09EF-457B-4F82-B2AF-7D86AF975062}" destId="{9F1156A7-4C54-413C-9F14-A3DC1474E7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D5A7E2-240D-4E16-BA35-BDFCEF076E29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80B28A-E74B-4B35-B6CA-29ABC9A7AD0A}">
      <dgm:prSet/>
      <dgm:spPr/>
      <dgm:t>
        <a:bodyPr/>
        <a:lstStyle/>
        <a:p>
          <a:r>
            <a:rPr lang="en-GB"/>
            <a:t>Datasets were cleaned and missing values handled</a:t>
          </a:r>
          <a:endParaRPr lang="en-US"/>
        </a:p>
      </dgm:t>
    </dgm:pt>
    <dgm:pt modelId="{2DBBD786-8C9C-4E81-B33B-2EAC40FD01BC}" type="parTrans" cxnId="{3A4EDB7A-7EBD-4F4D-AC13-C5CDFC665DE6}">
      <dgm:prSet/>
      <dgm:spPr/>
      <dgm:t>
        <a:bodyPr/>
        <a:lstStyle/>
        <a:p>
          <a:endParaRPr lang="en-US"/>
        </a:p>
      </dgm:t>
    </dgm:pt>
    <dgm:pt modelId="{3ECAEF88-5212-451C-99F1-DBE3F974CF59}" type="sibTrans" cxnId="{3A4EDB7A-7EBD-4F4D-AC13-C5CDFC665DE6}">
      <dgm:prSet/>
      <dgm:spPr/>
      <dgm:t>
        <a:bodyPr/>
        <a:lstStyle/>
        <a:p>
          <a:endParaRPr lang="en-US"/>
        </a:p>
      </dgm:t>
    </dgm:pt>
    <dgm:pt modelId="{3B548DDE-6592-4A12-B44A-8B4700B8985D}">
      <dgm:prSet/>
      <dgm:spPr/>
      <dgm:t>
        <a:bodyPr/>
        <a:lstStyle/>
        <a:p>
          <a:r>
            <a:rPr lang="en-GB"/>
            <a:t>Datasets were merged using  a unique movie identifier.(tconst) </a:t>
          </a:r>
          <a:endParaRPr lang="en-US"/>
        </a:p>
      </dgm:t>
    </dgm:pt>
    <dgm:pt modelId="{F2754C08-036A-4D67-8B7C-E2818EEF7F60}" type="parTrans" cxnId="{D2DD03A7-2A03-4AE2-A8FF-C67ECEF50E75}">
      <dgm:prSet/>
      <dgm:spPr/>
      <dgm:t>
        <a:bodyPr/>
        <a:lstStyle/>
        <a:p>
          <a:endParaRPr lang="en-US"/>
        </a:p>
      </dgm:t>
    </dgm:pt>
    <dgm:pt modelId="{0D1D188C-8481-424B-A899-021BE7867723}" type="sibTrans" cxnId="{D2DD03A7-2A03-4AE2-A8FF-C67ECEF50E75}">
      <dgm:prSet/>
      <dgm:spPr/>
      <dgm:t>
        <a:bodyPr/>
        <a:lstStyle/>
        <a:p>
          <a:endParaRPr lang="en-US"/>
        </a:p>
      </dgm:t>
    </dgm:pt>
    <dgm:pt modelId="{A06F09D5-27D9-4900-9238-87A8F6F9AFE4}">
      <dgm:prSet/>
      <dgm:spPr/>
      <dgm:t>
        <a:bodyPr/>
        <a:lstStyle/>
        <a:p>
          <a:r>
            <a:rPr lang="en-GB"/>
            <a:t>Average ratings were calculated by genre and year. </a:t>
          </a:r>
          <a:endParaRPr lang="en-US"/>
        </a:p>
      </dgm:t>
    </dgm:pt>
    <dgm:pt modelId="{B9441EA1-9787-44D5-8C29-A8B444F9D46C}" type="parTrans" cxnId="{A1FD0F9C-B126-4586-99A3-C7E0D380E4DE}">
      <dgm:prSet/>
      <dgm:spPr/>
      <dgm:t>
        <a:bodyPr/>
        <a:lstStyle/>
        <a:p>
          <a:endParaRPr lang="en-US"/>
        </a:p>
      </dgm:t>
    </dgm:pt>
    <dgm:pt modelId="{69F44DBD-694B-46E0-B6BE-A23789C82557}" type="sibTrans" cxnId="{A1FD0F9C-B126-4586-99A3-C7E0D380E4DE}">
      <dgm:prSet/>
      <dgm:spPr/>
      <dgm:t>
        <a:bodyPr/>
        <a:lstStyle/>
        <a:p>
          <a:endParaRPr lang="en-US"/>
        </a:p>
      </dgm:t>
    </dgm:pt>
    <dgm:pt modelId="{9BE3B8B3-F7BD-4823-A9BD-329BFE6F7AF2}">
      <dgm:prSet/>
      <dgm:spPr/>
      <dgm:t>
        <a:bodyPr/>
        <a:lstStyle/>
        <a:p>
          <a:r>
            <a:rPr lang="en-GB"/>
            <a:t>Movies were grouped by genre and ratings to evaluate performance over time and audience reception. </a:t>
          </a:r>
          <a:endParaRPr lang="en-US"/>
        </a:p>
      </dgm:t>
    </dgm:pt>
    <dgm:pt modelId="{783F9D8C-F482-4DDF-9C63-7B71046AC383}" type="parTrans" cxnId="{09AFB98A-1152-48F6-823C-767E578A8ED7}">
      <dgm:prSet/>
      <dgm:spPr/>
      <dgm:t>
        <a:bodyPr/>
        <a:lstStyle/>
        <a:p>
          <a:endParaRPr lang="en-US"/>
        </a:p>
      </dgm:t>
    </dgm:pt>
    <dgm:pt modelId="{FB2FA9F3-55F4-42E7-9CE7-B27F801BC1AF}" type="sibTrans" cxnId="{09AFB98A-1152-48F6-823C-767E578A8ED7}">
      <dgm:prSet/>
      <dgm:spPr/>
      <dgm:t>
        <a:bodyPr/>
        <a:lstStyle/>
        <a:p>
          <a:endParaRPr lang="en-US"/>
        </a:p>
      </dgm:t>
    </dgm:pt>
    <dgm:pt modelId="{783DC475-BE0A-4E62-9757-235B6E355315}">
      <dgm:prSet/>
      <dgm:spPr/>
      <dgm:t>
        <a:bodyPr/>
        <a:lstStyle/>
        <a:p>
          <a:r>
            <a:rPr lang="en-GB"/>
            <a:t>Revenue and ratings were compared. </a:t>
          </a:r>
          <a:endParaRPr lang="en-US"/>
        </a:p>
      </dgm:t>
    </dgm:pt>
    <dgm:pt modelId="{9F972C0F-3CC6-43DB-924E-4C7A0344E67F}" type="parTrans" cxnId="{4F8A9701-7DA0-49A2-A9F1-53B85F63CBA5}">
      <dgm:prSet/>
      <dgm:spPr/>
      <dgm:t>
        <a:bodyPr/>
        <a:lstStyle/>
        <a:p>
          <a:endParaRPr lang="en-US"/>
        </a:p>
      </dgm:t>
    </dgm:pt>
    <dgm:pt modelId="{C8E1F97B-CC2A-4FFD-B43F-16E047DA7D4A}" type="sibTrans" cxnId="{4F8A9701-7DA0-49A2-A9F1-53B85F63CBA5}">
      <dgm:prSet/>
      <dgm:spPr/>
      <dgm:t>
        <a:bodyPr/>
        <a:lstStyle/>
        <a:p>
          <a:endParaRPr lang="en-US"/>
        </a:p>
      </dgm:t>
    </dgm:pt>
    <dgm:pt modelId="{DAA21DD0-968F-4F5A-9266-E34082F639BF}">
      <dgm:prSet/>
      <dgm:spPr/>
      <dgm:t>
        <a:bodyPr/>
        <a:lstStyle/>
        <a:p>
          <a:r>
            <a:rPr lang="en-GB"/>
            <a:t>Trends were analyzed over time.</a:t>
          </a:r>
          <a:endParaRPr lang="en-US"/>
        </a:p>
      </dgm:t>
    </dgm:pt>
    <dgm:pt modelId="{3766F3E5-EAC9-4575-B867-53A362FCDBB9}" type="parTrans" cxnId="{6BEE35B0-06C0-438A-AE48-2BC6794F0F57}">
      <dgm:prSet/>
      <dgm:spPr/>
      <dgm:t>
        <a:bodyPr/>
        <a:lstStyle/>
        <a:p>
          <a:endParaRPr lang="en-US"/>
        </a:p>
      </dgm:t>
    </dgm:pt>
    <dgm:pt modelId="{257F339B-BB9B-4724-A922-129D6B8CBC5A}" type="sibTrans" cxnId="{6BEE35B0-06C0-438A-AE48-2BC6794F0F57}">
      <dgm:prSet/>
      <dgm:spPr/>
      <dgm:t>
        <a:bodyPr/>
        <a:lstStyle/>
        <a:p>
          <a:endParaRPr lang="en-US"/>
        </a:p>
      </dgm:t>
    </dgm:pt>
    <dgm:pt modelId="{1CD7B978-4853-4761-8A0C-32D255627721}" type="pres">
      <dgm:prSet presAssocID="{45D5A7E2-240D-4E16-BA35-BDFCEF076E29}" presName="Name0" presStyleCnt="0">
        <dgm:presLayoutVars>
          <dgm:dir/>
          <dgm:animLvl val="lvl"/>
          <dgm:resizeHandles val="exact"/>
        </dgm:presLayoutVars>
      </dgm:prSet>
      <dgm:spPr/>
    </dgm:pt>
    <dgm:pt modelId="{9A753581-5681-4C49-B621-D8A1D08E08A0}" type="pres">
      <dgm:prSet presAssocID="{3B548DDE-6592-4A12-B44A-8B4700B8985D}" presName="boxAndChildren" presStyleCnt="0"/>
      <dgm:spPr/>
    </dgm:pt>
    <dgm:pt modelId="{CB8A60AF-144B-4D41-B15E-1912C6FE2328}" type="pres">
      <dgm:prSet presAssocID="{3B548DDE-6592-4A12-B44A-8B4700B8985D}" presName="parentTextBox" presStyleLbl="node1" presStyleIdx="0" presStyleCnt="2"/>
      <dgm:spPr/>
    </dgm:pt>
    <dgm:pt modelId="{146E4FA7-3D4E-48D8-80CD-D3FE7ACA3322}" type="pres">
      <dgm:prSet presAssocID="{3B548DDE-6592-4A12-B44A-8B4700B8985D}" presName="entireBox" presStyleLbl="node1" presStyleIdx="0" presStyleCnt="2"/>
      <dgm:spPr/>
    </dgm:pt>
    <dgm:pt modelId="{D9F6C15F-3651-4E4F-950E-B5D4092C2873}" type="pres">
      <dgm:prSet presAssocID="{3B548DDE-6592-4A12-B44A-8B4700B8985D}" presName="descendantBox" presStyleCnt="0"/>
      <dgm:spPr/>
    </dgm:pt>
    <dgm:pt modelId="{AEFBCE77-2A6D-447B-98A0-22F9F3656F76}" type="pres">
      <dgm:prSet presAssocID="{A06F09D5-27D9-4900-9238-87A8F6F9AFE4}" presName="childTextBox" presStyleLbl="fgAccFollowNode1" presStyleIdx="0" presStyleCnt="4">
        <dgm:presLayoutVars>
          <dgm:bulletEnabled val="1"/>
        </dgm:presLayoutVars>
      </dgm:prSet>
      <dgm:spPr/>
    </dgm:pt>
    <dgm:pt modelId="{353C8EBE-D180-44E2-8A56-6E00536DB2A9}" type="pres">
      <dgm:prSet presAssocID="{9BE3B8B3-F7BD-4823-A9BD-329BFE6F7AF2}" presName="childTextBox" presStyleLbl="fgAccFollowNode1" presStyleIdx="1" presStyleCnt="4">
        <dgm:presLayoutVars>
          <dgm:bulletEnabled val="1"/>
        </dgm:presLayoutVars>
      </dgm:prSet>
      <dgm:spPr/>
    </dgm:pt>
    <dgm:pt modelId="{FCE06885-A02C-479C-96FE-4F0E095AD1E5}" type="pres">
      <dgm:prSet presAssocID="{783DC475-BE0A-4E62-9757-235B6E355315}" presName="childTextBox" presStyleLbl="fgAccFollowNode1" presStyleIdx="2" presStyleCnt="4">
        <dgm:presLayoutVars>
          <dgm:bulletEnabled val="1"/>
        </dgm:presLayoutVars>
      </dgm:prSet>
      <dgm:spPr/>
    </dgm:pt>
    <dgm:pt modelId="{06DAB5BD-0A2F-4FAF-AC51-90ABD0CF5AF9}" type="pres">
      <dgm:prSet presAssocID="{DAA21DD0-968F-4F5A-9266-E34082F639BF}" presName="childTextBox" presStyleLbl="fgAccFollowNode1" presStyleIdx="3" presStyleCnt="4">
        <dgm:presLayoutVars>
          <dgm:bulletEnabled val="1"/>
        </dgm:presLayoutVars>
      </dgm:prSet>
      <dgm:spPr/>
    </dgm:pt>
    <dgm:pt modelId="{317A968E-F13C-468C-A72E-4C11E3A84E9B}" type="pres">
      <dgm:prSet presAssocID="{3ECAEF88-5212-451C-99F1-DBE3F974CF59}" presName="sp" presStyleCnt="0"/>
      <dgm:spPr/>
    </dgm:pt>
    <dgm:pt modelId="{D986D2F1-15D9-4F7F-A054-9DD149A5F96F}" type="pres">
      <dgm:prSet presAssocID="{9B80B28A-E74B-4B35-B6CA-29ABC9A7AD0A}" presName="arrowAndChildren" presStyleCnt="0"/>
      <dgm:spPr/>
    </dgm:pt>
    <dgm:pt modelId="{2F728B81-DABB-425E-A53F-4855980868AD}" type="pres">
      <dgm:prSet presAssocID="{9B80B28A-E74B-4B35-B6CA-29ABC9A7AD0A}" presName="parentTextArrow" presStyleLbl="node1" presStyleIdx="1" presStyleCnt="2"/>
      <dgm:spPr/>
    </dgm:pt>
  </dgm:ptLst>
  <dgm:cxnLst>
    <dgm:cxn modelId="{4F8A9701-7DA0-49A2-A9F1-53B85F63CBA5}" srcId="{3B548DDE-6592-4A12-B44A-8B4700B8985D}" destId="{783DC475-BE0A-4E62-9757-235B6E355315}" srcOrd="2" destOrd="0" parTransId="{9F972C0F-3CC6-43DB-924E-4C7A0344E67F}" sibTransId="{C8E1F97B-CC2A-4FFD-B43F-16E047DA7D4A}"/>
    <dgm:cxn modelId="{47982A13-9535-4355-94BB-36BC977F5BB3}" type="presOf" srcId="{3B548DDE-6592-4A12-B44A-8B4700B8985D}" destId="{CB8A60AF-144B-4D41-B15E-1912C6FE2328}" srcOrd="0" destOrd="0" presId="urn:microsoft.com/office/officeart/2005/8/layout/process4"/>
    <dgm:cxn modelId="{899EF660-FFF5-429A-9162-24BF65EE9B08}" type="presOf" srcId="{45D5A7E2-240D-4E16-BA35-BDFCEF076E29}" destId="{1CD7B978-4853-4761-8A0C-32D255627721}" srcOrd="0" destOrd="0" presId="urn:microsoft.com/office/officeart/2005/8/layout/process4"/>
    <dgm:cxn modelId="{3A4EDB7A-7EBD-4F4D-AC13-C5CDFC665DE6}" srcId="{45D5A7E2-240D-4E16-BA35-BDFCEF076E29}" destId="{9B80B28A-E74B-4B35-B6CA-29ABC9A7AD0A}" srcOrd="0" destOrd="0" parTransId="{2DBBD786-8C9C-4E81-B33B-2EAC40FD01BC}" sibTransId="{3ECAEF88-5212-451C-99F1-DBE3F974CF59}"/>
    <dgm:cxn modelId="{90067488-7DAD-417B-8586-045E42083141}" type="presOf" srcId="{3B548DDE-6592-4A12-B44A-8B4700B8985D}" destId="{146E4FA7-3D4E-48D8-80CD-D3FE7ACA3322}" srcOrd="1" destOrd="0" presId="urn:microsoft.com/office/officeart/2005/8/layout/process4"/>
    <dgm:cxn modelId="{09AFB98A-1152-48F6-823C-767E578A8ED7}" srcId="{3B548DDE-6592-4A12-B44A-8B4700B8985D}" destId="{9BE3B8B3-F7BD-4823-A9BD-329BFE6F7AF2}" srcOrd="1" destOrd="0" parTransId="{783F9D8C-F482-4DDF-9C63-7B71046AC383}" sibTransId="{FB2FA9F3-55F4-42E7-9CE7-B27F801BC1AF}"/>
    <dgm:cxn modelId="{A1FD0F9C-B126-4586-99A3-C7E0D380E4DE}" srcId="{3B548DDE-6592-4A12-B44A-8B4700B8985D}" destId="{A06F09D5-27D9-4900-9238-87A8F6F9AFE4}" srcOrd="0" destOrd="0" parTransId="{B9441EA1-9787-44D5-8C29-A8B444F9D46C}" sibTransId="{69F44DBD-694B-46E0-B6BE-A23789C82557}"/>
    <dgm:cxn modelId="{D5BC7E9C-6C6D-4B01-AFC8-3C4530AA6A23}" type="presOf" srcId="{9BE3B8B3-F7BD-4823-A9BD-329BFE6F7AF2}" destId="{353C8EBE-D180-44E2-8A56-6E00536DB2A9}" srcOrd="0" destOrd="0" presId="urn:microsoft.com/office/officeart/2005/8/layout/process4"/>
    <dgm:cxn modelId="{D2DD03A7-2A03-4AE2-A8FF-C67ECEF50E75}" srcId="{45D5A7E2-240D-4E16-BA35-BDFCEF076E29}" destId="{3B548DDE-6592-4A12-B44A-8B4700B8985D}" srcOrd="1" destOrd="0" parTransId="{F2754C08-036A-4D67-8B7C-E2818EEF7F60}" sibTransId="{0D1D188C-8481-424B-A899-021BE7867723}"/>
    <dgm:cxn modelId="{6BEE35B0-06C0-438A-AE48-2BC6794F0F57}" srcId="{3B548DDE-6592-4A12-B44A-8B4700B8985D}" destId="{DAA21DD0-968F-4F5A-9266-E34082F639BF}" srcOrd="3" destOrd="0" parTransId="{3766F3E5-EAC9-4575-B867-53A362FCDBB9}" sibTransId="{257F339B-BB9B-4724-A922-129D6B8CBC5A}"/>
    <dgm:cxn modelId="{4A752ABC-811D-4742-99B7-F153B047B6F5}" type="presOf" srcId="{DAA21DD0-968F-4F5A-9266-E34082F639BF}" destId="{06DAB5BD-0A2F-4FAF-AC51-90ABD0CF5AF9}" srcOrd="0" destOrd="0" presId="urn:microsoft.com/office/officeart/2005/8/layout/process4"/>
    <dgm:cxn modelId="{016418E0-E8A2-46A7-8C19-53B65EC23930}" type="presOf" srcId="{A06F09D5-27D9-4900-9238-87A8F6F9AFE4}" destId="{AEFBCE77-2A6D-447B-98A0-22F9F3656F76}" srcOrd="0" destOrd="0" presId="urn:microsoft.com/office/officeart/2005/8/layout/process4"/>
    <dgm:cxn modelId="{299726E7-57D4-4103-B2CA-234EE6495B30}" type="presOf" srcId="{783DC475-BE0A-4E62-9757-235B6E355315}" destId="{FCE06885-A02C-479C-96FE-4F0E095AD1E5}" srcOrd="0" destOrd="0" presId="urn:microsoft.com/office/officeart/2005/8/layout/process4"/>
    <dgm:cxn modelId="{17D466F4-09CE-41BD-B538-976BB6778087}" type="presOf" srcId="{9B80B28A-E74B-4B35-B6CA-29ABC9A7AD0A}" destId="{2F728B81-DABB-425E-A53F-4855980868AD}" srcOrd="0" destOrd="0" presId="urn:microsoft.com/office/officeart/2005/8/layout/process4"/>
    <dgm:cxn modelId="{CC20AE32-3CFB-443C-921E-48A2C959D48D}" type="presParOf" srcId="{1CD7B978-4853-4761-8A0C-32D255627721}" destId="{9A753581-5681-4C49-B621-D8A1D08E08A0}" srcOrd="0" destOrd="0" presId="urn:microsoft.com/office/officeart/2005/8/layout/process4"/>
    <dgm:cxn modelId="{AB8658A8-4E24-40FF-8104-C856363AAF48}" type="presParOf" srcId="{9A753581-5681-4C49-B621-D8A1D08E08A0}" destId="{CB8A60AF-144B-4D41-B15E-1912C6FE2328}" srcOrd="0" destOrd="0" presId="urn:microsoft.com/office/officeart/2005/8/layout/process4"/>
    <dgm:cxn modelId="{22F51ED2-4E16-4C84-912D-A087C53B0FFE}" type="presParOf" srcId="{9A753581-5681-4C49-B621-D8A1D08E08A0}" destId="{146E4FA7-3D4E-48D8-80CD-D3FE7ACA3322}" srcOrd="1" destOrd="0" presId="urn:microsoft.com/office/officeart/2005/8/layout/process4"/>
    <dgm:cxn modelId="{32FE3F3F-1897-499B-B3E4-4BE2294FDA0E}" type="presParOf" srcId="{9A753581-5681-4C49-B621-D8A1D08E08A0}" destId="{D9F6C15F-3651-4E4F-950E-B5D4092C2873}" srcOrd="2" destOrd="0" presId="urn:microsoft.com/office/officeart/2005/8/layout/process4"/>
    <dgm:cxn modelId="{9C5A67B0-DE00-4E8B-91C7-44CCA510F01F}" type="presParOf" srcId="{D9F6C15F-3651-4E4F-950E-B5D4092C2873}" destId="{AEFBCE77-2A6D-447B-98A0-22F9F3656F76}" srcOrd="0" destOrd="0" presId="urn:microsoft.com/office/officeart/2005/8/layout/process4"/>
    <dgm:cxn modelId="{68D9D844-F654-4DE9-AF8F-AE74B16A8901}" type="presParOf" srcId="{D9F6C15F-3651-4E4F-950E-B5D4092C2873}" destId="{353C8EBE-D180-44E2-8A56-6E00536DB2A9}" srcOrd="1" destOrd="0" presId="urn:microsoft.com/office/officeart/2005/8/layout/process4"/>
    <dgm:cxn modelId="{5E600E0B-0DEA-442F-B4AC-C95A769C2699}" type="presParOf" srcId="{D9F6C15F-3651-4E4F-950E-B5D4092C2873}" destId="{FCE06885-A02C-479C-96FE-4F0E095AD1E5}" srcOrd="2" destOrd="0" presId="urn:microsoft.com/office/officeart/2005/8/layout/process4"/>
    <dgm:cxn modelId="{352BF8ED-1771-4DE3-9E89-6A75BE3AD00F}" type="presParOf" srcId="{D9F6C15F-3651-4E4F-950E-B5D4092C2873}" destId="{06DAB5BD-0A2F-4FAF-AC51-90ABD0CF5AF9}" srcOrd="3" destOrd="0" presId="urn:microsoft.com/office/officeart/2005/8/layout/process4"/>
    <dgm:cxn modelId="{09ED81C4-0444-428D-BB7A-1159C5173C22}" type="presParOf" srcId="{1CD7B978-4853-4761-8A0C-32D255627721}" destId="{317A968E-F13C-468C-A72E-4C11E3A84E9B}" srcOrd="1" destOrd="0" presId="urn:microsoft.com/office/officeart/2005/8/layout/process4"/>
    <dgm:cxn modelId="{BF299989-1B00-4F27-B10C-EC031A2F5449}" type="presParOf" srcId="{1CD7B978-4853-4761-8A0C-32D255627721}" destId="{D986D2F1-15D9-4F7F-A054-9DD149A5F96F}" srcOrd="2" destOrd="0" presId="urn:microsoft.com/office/officeart/2005/8/layout/process4"/>
    <dgm:cxn modelId="{4110BFB3-9E33-4C5B-A821-8D9C060A3BEA}" type="presParOf" srcId="{D986D2F1-15D9-4F7F-A054-9DD149A5F96F}" destId="{2F728B81-DABB-425E-A53F-4855980868A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551956-547B-4E99-8EA0-0296A41B56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DE2712-EF4C-4369-86E8-9F86DC8F55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bg1"/>
              </a:solidFill>
            </a:rPr>
            <a:t>Sequel and cinematic  movies dominate the highest revenue rankings, including Marvel, Star Wars, Harry Potter, and Disney properties</a:t>
          </a:r>
          <a:r>
            <a:rPr lang="en-US" sz="1400" dirty="0"/>
            <a:t>.</a:t>
          </a:r>
        </a:p>
      </dgm:t>
    </dgm:pt>
    <dgm:pt modelId="{DFE46410-3F6E-4A3E-A927-BB951DBAB318}" type="parTrans" cxnId="{328A3689-8ABC-4C44-86C5-7B1D166107C6}">
      <dgm:prSet/>
      <dgm:spPr/>
      <dgm:t>
        <a:bodyPr/>
        <a:lstStyle/>
        <a:p>
          <a:endParaRPr lang="en-US"/>
        </a:p>
      </dgm:t>
    </dgm:pt>
    <dgm:pt modelId="{96649C42-4D33-4F46-B8CC-CDADCA897FE5}" type="sibTrans" cxnId="{328A3689-8ABC-4C44-86C5-7B1D166107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5A79AE-DED8-41EF-B688-D2DCFCB7323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bg1"/>
              </a:solidFill>
            </a:rPr>
            <a:t>Superhero and fantasy genres consistently generate the highest revenues, indicating strong global appeal</a:t>
          </a:r>
          <a:r>
            <a:rPr lang="en-US" sz="1400" dirty="0"/>
            <a:t>.</a:t>
          </a:r>
        </a:p>
      </dgm:t>
    </dgm:pt>
    <dgm:pt modelId="{26226178-E071-429C-8986-B7D2933EA601}" type="parTrans" cxnId="{F12996DD-08BB-4439-AE0C-224353AEF5E1}">
      <dgm:prSet/>
      <dgm:spPr/>
      <dgm:t>
        <a:bodyPr/>
        <a:lstStyle/>
        <a:p>
          <a:endParaRPr lang="en-US"/>
        </a:p>
      </dgm:t>
    </dgm:pt>
    <dgm:pt modelId="{D49D2910-E49B-4C74-A091-CBEC01D4B041}" type="sibTrans" cxnId="{F12996DD-08BB-4439-AE0C-224353AEF5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38A501-AEBA-4D7C-A63D-C5C57C48CD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bg1"/>
              </a:solidFill>
            </a:rPr>
            <a:t>Sequel movies  outperform standalone films, benefiting from established fan bases and brand loyalty</a:t>
          </a:r>
          <a:r>
            <a:rPr lang="en-US" sz="1400" dirty="0"/>
            <a:t>.</a:t>
          </a:r>
        </a:p>
      </dgm:t>
    </dgm:pt>
    <dgm:pt modelId="{7C2A49B2-8FA5-44D0-9DC9-64A1D122FBB7}" type="parTrans" cxnId="{4B17E84C-BEE2-4B6A-94C5-51A6F5BD2BE0}">
      <dgm:prSet/>
      <dgm:spPr/>
      <dgm:t>
        <a:bodyPr/>
        <a:lstStyle/>
        <a:p>
          <a:endParaRPr lang="en-US"/>
        </a:p>
      </dgm:t>
    </dgm:pt>
    <dgm:pt modelId="{1CF14DD0-6D31-4589-839C-51235BA9EBF9}" type="sibTrans" cxnId="{4B17E84C-BEE2-4B6A-94C5-51A6F5BD2B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CBA47B-0296-40AF-91CA-38EAC376F9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bg1"/>
              </a:solidFill>
            </a:rPr>
            <a:t>Family-friendly titles (e.g., Frozen, Beauty and the Beast) perform exceptionally well, showing broad demographic reach</a:t>
          </a:r>
          <a:r>
            <a:rPr lang="en-US" sz="1200" dirty="0"/>
            <a:t>.</a:t>
          </a:r>
        </a:p>
      </dgm:t>
    </dgm:pt>
    <dgm:pt modelId="{112C3E4E-22A8-414D-BCE4-98F8154D89AB}" type="parTrans" cxnId="{ECB76980-4A19-4EA8-984B-5DFE1E6391EA}">
      <dgm:prSet/>
      <dgm:spPr/>
      <dgm:t>
        <a:bodyPr/>
        <a:lstStyle/>
        <a:p>
          <a:endParaRPr lang="en-US"/>
        </a:p>
      </dgm:t>
    </dgm:pt>
    <dgm:pt modelId="{88904E4D-73FD-4446-BE57-8C928FE1E300}" type="sibTrans" cxnId="{ECB76980-4A19-4EA8-984B-5DFE1E6391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E7F017-BA01-4C18-9EAD-6F5703E067E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bg1"/>
              </a:solidFill>
            </a:rPr>
            <a:t>The revenue gap between top-performing films and average releases is significant, highlighting a “blockbuster-driven” revenue model</a:t>
          </a:r>
          <a:r>
            <a:rPr lang="en-US" sz="1200" dirty="0"/>
            <a:t>.</a:t>
          </a:r>
        </a:p>
      </dgm:t>
    </dgm:pt>
    <dgm:pt modelId="{A071DC84-E526-4935-BC68-8FCC61B51672}" type="parTrans" cxnId="{D29CA15F-BAC8-4E32-B754-013B5368D1E4}">
      <dgm:prSet/>
      <dgm:spPr/>
      <dgm:t>
        <a:bodyPr/>
        <a:lstStyle/>
        <a:p>
          <a:endParaRPr lang="en-US"/>
        </a:p>
      </dgm:t>
    </dgm:pt>
    <dgm:pt modelId="{8415EBE2-6C02-4621-909B-8D2D5D796696}" type="sibTrans" cxnId="{D29CA15F-BAC8-4E32-B754-013B5368D1E4}">
      <dgm:prSet/>
      <dgm:spPr/>
      <dgm:t>
        <a:bodyPr/>
        <a:lstStyle/>
        <a:p>
          <a:endParaRPr lang="en-US"/>
        </a:p>
      </dgm:t>
    </dgm:pt>
    <dgm:pt modelId="{4F5B49C7-501B-45F5-9B01-CC02665AA454}" type="pres">
      <dgm:prSet presAssocID="{59551956-547B-4E99-8EA0-0296A41B5693}" presName="root" presStyleCnt="0">
        <dgm:presLayoutVars>
          <dgm:dir/>
          <dgm:resizeHandles val="exact"/>
        </dgm:presLayoutVars>
      </dgm:prSet>
      <dgm:spPr/>
    </dgm:pt>
    <dgm:pt modelId="{97B7057D-D35A-4415-883C-684B397C78FA}" type="pres">
      <dgm:prSet presAssocID="{59551956-547B-4E99-8EA0-0296A41B5693}" presName="container" presStyleCnt="0">
        <dgm:presLayoutVars>
          <dgm:dir/>
          <dgm:resizeHandles val="exact"/>
        </dgm:presLayoutVars>
      </dgm:prSet>
      <dgm:spPr/>
    </dgm:pt>
    <dgm:pt modelId="{6FEC0604-8285-4530-B05A-BEE6475BFCD4}" type="pres">
      <dgm:prSet presAssocID="{8ADE2712-EF4C-4369-86E8-9F86DC8F5553}" presName="compNode" presStyleCnt="0"/>
      <dgm:spPr/>
    </dgm:pt>
    <dgm:pt modelId="{BAD6FAB8-D70B-4A20-AE06-F01AF4B01C30}" type="pres">
      <dgm:prSet presAssocID="{8ADE2712-EF4C-4369-86E8-9F86DC8F5553}" presName="iconBgRect" presStyleLbl="bgShp" presStyleIdx="0" presStyleCnt="5"/>
      <dgm:spPr/>
    </dgm:pt>
    <dgm:pt modelId="{AE9604DA-AA19-4439-8A30-6D387C4BAACB}" type="pres">
      <dgm:prSet presAssocID="{8ADE2712-EF4C-4369-86E8-9F86DC8F55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E96482B4-7DDB-42A5-A4E8-1D89C0A783C6}" type="pres">
      <dgm:prSet presAssocID="{8ADE2712-EF4C-4369-86E8-9F86DC8F5553}" presName="spaceRect" presStyleCnt="0"/>
      <dgm:spPr/>
    </dgm:pt>
    <dgm:pt modelId="{9E0DD1D8-1933-433A-920D-0FB1AFB0607C}" type="pres">
      <dgm:prSet presAssocID="{8ADE2712-EF4C-4369-86E8-9F86DC8F5553}" presName="textRect" presStyleLbl="revTx" presStyleIdx="0" presStyleCnt="5">
        <dgm:presLayoutVars>
          <dgm:chMax val="1"/>
          <dgm:chPref val="1"/>
        </dgm:presLayoutVars>
      </dgm:prSet>
      <dgm:spPr/>
    </dgm:pt>
    <dgm:pt modelId="{F6564626-47C0-456B-A8D5-226C67BA125C}" type="pres">
      <dgm:prSet presAssocID="{96649C42-4D33-4F46-B8CC-CDADCA897FE5}" presName="sibTrans" presStyleLbl="sibTrans2D1" presStyleIdx="0" presStyleCnt="0"/>
      <dgm:spPr/>
    </dgm:pt>
    <dgm:pt modelId="{45B89C59-46CF-4DE9-8F42-90A4CDD721C3}" type="pres">
      <dgm:prSet presAssocID="{F95A79AE-DED8-41EF-B688-D2DCFCB73237}" presName="compNode" presStyleCnt="0"/>
      <dgm:spPr/>
    </dgm:pt>
    <dgm:pt modelId="{91F20C2B-A39C-4164-AE51-A4AEC70DA193}" type="pres">
      <dgm:prSet presAssocID="{F95A79AE-DED8-41EF-B688-D2DCFCB73237}" presName="iconBgRect" presStyleLbl="bgShp" presStyleIdx="1" presStyleCnt="5"/>
      <dgm:spPr/>
    </dgm:pt>
    <dgm:pt modelId="{6E916537-09DB-407E-93CC-0BE18EFC3F55}" type="pres">
      <dgm:prSet presAssocID="{F95A79AE-DED8-41EF-B688-D2DCFCB7323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24EF6DDC-724B-4204-8003-BCDB6AF0C974}" type="pres">
      <dgm:prSet presAssocID="{F95A79AE-DED8-41EF-B688-D2DCFCB73237}" presName="spaceRect" presStyleCnt="0"/>
      <dgm:spPr/>
    </dgm:pt>
    <dgm:pt modelId="{01F8F163-BCCB-4895-AE90-E110D292A75A}" type="pres">
      <dgm:prSet presAssocID="{F95A79AE-DED8-41EF-B688-D2DCFCB73237}" presName="textRect" presStyleLbl="revTx" presStyleIdx="1" presStyleCnt="5">
        <dgm:presLayoutVars>
          <dgm:chMax val="1"/>
          <dgm:chPref val="1"/>
        </dgm:presLayoutVars>
      </dgm:prSet>
      <dgm:spPr/>
    </dgm:pt>
    <dgm:pt modelId="{35FC9114-3220-499B-949C-1A4448FD7B88}" type="pres">
      <dgm:prSet presAssocID="{D49D2910-E49B-4C74-A091-CBEC01D4B041}" presName="sibTrans" presStyleLbl="sibTrans2D1" presStyleIdx="0" presStyleCnt="0"/>
      <dgm:spPr/>
    </dgm:pt>
    <dgm:pt modelId="{42D6738B-0C63-4D73-BBB7-1D1FC53D95E6}" type="pres">
      <dgm:prSet presAssocID="{BB38A501-AEBA-4D7C-A63D-C5C57C48CDA4}" presName="compNode" presStyleCnt="0"/>
      <dgm:spPr/>
    </dgm:pt>
    <dgm:pt modelId="{035CA444-0680-46A9-90AF-3962BCEB4FE1}" type="pres">
      <dgm:prSet presAssocID="{BB38A501-AEBA-4D7C-A63D-C5C57C48CDA4}" presName="iconBgRect" presStyleLbl="bgShp" presStyleIdx="2" presStyleCnt="5"/>
      <dgm:spPr/>
    </dgm:pt>
    <dgm:pt modelId="{7D6E9DBC-CDA7-467C-B7B6-75E33562BAD2}" type="pres">
      <dgm:prSet presAssocID="{BB38A501-AEBA-4D7C-A63D-C5C57C48CDA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F33C559C-15F7-4924-A188-E4502598D5FD}" type="pres">
      <dgm:prSet presAssocID="{BB38A501-AEBA-4D7C-A63D-C5C57C48CDA4}" presName="spaceRect" presStyleCnt="0"/>
      <dgm:spPr/>
    </dgm:pt>
    <dgm:pt modelId="{6D5371FC-83BD-47AC-98C0-07E5267EB1EC}" type="pres">
      <dgm:prSet presAssocID="{BB38A501-AEBA-4D7C-A63D-C5C57C48CDA4}" presName="textRect" presStyleLbl="revTx" presStyleIdx="2" presStyleCnt="5">
        <dgm:presLayoutVars>
          <dgm:chMax val="1"/>
          <dgm:chPref val="1"/>
        </dgm:presLayoutVars>
      </dgm:prSet>
      <dgm:spPr/>
    </dgm:pt>
    <dgm:pt modelId="{59654332-893A-4318-9DCA-B385E72BD96B}" type="pres">
      <dgm:prSet presAssocID="{1CF14DD0-6D31-4589-839C-51235BA9EBF9}" presName="sibTrans" presStyleLbl="sibTrans2D1" presStyleIdx="0" presStyleCnt="0"/>
      <dgm:spPr/>
    </dgm:pt>
    <dgm:pt modelId="{9906F85C-A7BC-4DE2-A7E8-541EE81967A0}" type="pres">
      <dgm:prSet presAssocID="{77CBA47B-0296-40AF-91CA-38EAC376F96C}" presName="compNode" presStyleCnt="0"/>
      <dgm:spPr/>
    </dgm:pt>
    <dgm:pt modelId="{3903D852-B55F-4F09-89ED-D862B60E4517}" type="pres">
      <dgm:prSet presAssocID="{77CBA47B-0296-40AF-91CA-38EAC376F96C}" presName="iconBgRect" presStyleLbl="bgShp" presStyleIdx="3" presStyleCnt="5"/>
      <dgm:spPr/>
    </dgm:pt>
    <dgm:pt modelId="{29377E4F-49E4-4783-AA69-8A8F0A8A2440}" type="pres">
      <dgm:prSet presAssocID="{77CBA47B-0296-40AF-91CA-38EAC376F96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9B01E98-BF46-4671-9735-867443BA55E1}" type="pres">
      <dgm:prSet presAssocID="{77CBA47B-0296-40AF-91CA-38EAC376F96C}" presName="spaceRect" presStyleCnt="0"/>
      <dgm:spPr/>
    </dgm:pt>
    <dgm:pt modelId="{87C2C929-2D2C-4AA5-83A6-66FA15B5DDB9}" type="pres">
      <dgm:prSet presAssocID="{77CBA47B-0296-40AF-91CA-38EAC376F96C}" presName="textRect" presStyleLbl="revTx" presStyleIdx="3" presStyleCnt="5">
        <dgm:presLayoutVars>
          <dgm:chMax val="1"/>
          <dgm:chPref val="1"/>
        </dgm:presLayoutVars>
      </dgm:prSet>
      <dgm:spPr/>
    </dgm:pt>
    <dgm:pt modelId="{09328905-BF36-4075-981A-6C568500838C}" type="pres">
      <dgm:prSet presAssocID="{88904E4D-73FD-4446-BE57-8C928FE1E300}" presName="sibTrans" presStyleLbl="sibTrans2D1" presStyleIdx="0" presStyleCnt="0"/>
      <dgm:spPr/>
    </dgm:pt>
    <dgm:pt modelId="{6883A932-477C-40DF-9AAC-0C5D06E4290B}" type="pres">
      <dgm:prSet presAssocID="{31E7F017-BA01-4C18-9EAD-6F5703E067E2}" presName="compNode" presStyleCnt="0"/>
      <dgm:spPr/>
    </dgm:pt>
    <dgm:pt modelId="{CCC888ED-899B-42E3-BA05-00581C0DBA22}" type="pres">
      <dgm:prSet presAssocID="{31E7F017-BA01-4C18-9EAD-6F5703E067E2}" presName="iconBgRect" presStyleLbl="bgShp" presStyleIdx="4" presStyleCnt="5"/>
      <dgm:spPr/>
    </dgm:pt>
    <dgm:pt modelId="{F626DB3E-A3B7-415C-B885-75565264AC9A}" type="pres">
      <dgm:prSet presAssocID="{31E7F017-BA01-4C18-9EAD-6F5703E067E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686AF52A-A255-4ED3-BCC7-01FA5BCD2751}" type="pres">
      <dgm:prSet presAssocID="{31E7F017-BA01-4C18-9EAD-6F5703E067E2}" presName="spaceRect" presStyleCnt="0"/>
      <dgm:spPr/>
    </dgm:pt>
    <dgm:pt modelId="{63B84DD3-84C6-425F-B4ED-9B9A6F346E2A}" type="pres">
      <dgm:prSet presAssocID="{31E7F017-BA01-4C18-9EAD-6F5703E067E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DDBC801-59AE-49A6-9BEF-461A0CEDFC5E}" type="presOf" srcId="{BB38A501-AEBA-4D7C-A63D-C5C57C48CDA4}" destId="{6D5371FC-83BD-47AC-98C0-07E5267EB1EC}" srcOrd="0" destOrd="0" presId="urn:microsoft.com/office/officeart/2018/2/layout/IconCircleList"/>
    <dgm:cxn modelId="{9757D107-492A-4B0A-9B2A-CCF448D0E57F}" type="presOf" srcId="{88904E4D-73FD-4446-BE57-8C928FE1E300}" destId="{09328905-BF36-4075-981A-6C568500838C}" srcOrd="0" destOrd="0" presId="urn:microsoft.com/office/officeart/2018/2/layout/IconCircleList"/>
    <dgm:cxn modelId="{D29CA15F-BAC8-4E32-B754-013B5368D1E4}" srcId="{59551956-547B-4E99-8EA0-0296A41B5693}" destId="{31E7F017-BA01-4C18-9EAD-6F5703E067E2}" srcOrd="4" destOrd="0" parTransId="{A071DC84-E526-4935-BC68-8FCC61B51672}" sibTransId="{8415EBE2-6C02-4621-909B-8D2D5D796696}"/>
    <dgm:cxn modelId="{4B17E84C-BEE2-4B6A-94C5-51A6F5BD2BE0}" srcId="{59551956-547B-4E99-8EA0-0296A41B5693}" destId="{BB38A501-AEBA-4D7C-A63D-C5C57C48CDA4}" srcOrd="2" destOrd="0" parTransId="{7C2A49B2-8FA5-44D0-9DC9-64A1D122FBB7}" sibTransId="{1CF14DD0-6D31-4589-839C-51235BA9EBF9}"/>
    <dgm:cxn modelId="{554BB573-41FA-4805-9596-89A24C100A38}" type="presOf" srcId="{31E7F017-BA01-4C18-9EAD-6F5703E067E2}" destId="{63B84DD3-84C6-425F-B4ED-9B9A6F346E2A}" srcOrd="0" destOrd="0" presId="urn:microsoft.com/office/officeart/2018/2/layout/IconCircleList"/>
    <dgm:cxn modelId="{E5083D56-F291-40C9-84A9-FCCB26DE85DF}" type="presOf" srcId="{D49D2910-E49B-4C74-A091-CBEC01D4B041}" destId="{35FC9114-3220-499B-949C-1A4448FD7B88}" srcOrd="0" destOrd="0" presId="urn:microsoft.com/office/officeart/2018/2/layout/IconCircleList"/>
    <dgm:cxn modelId="{00093D57-711B-4D30-80BF-74F587FF132D}" type="presOf" srcId="{1CF14DD0-6D31-4589-839C-51235BA9EBF9}" destId="{59654332-893A-4318-9DCA-B385E72BD96B}" srcOrd="0" destOrd="0" presId="urn:microsoft.com/office/officeart/2018/2/layout/IconCircleList"/>
    <dgm:cxn modelId="{2708ED5A-4FE6-46F8-8D5F-2FD64D74954C}" type="presOf" srcId="{77CBA47B-0296-40AF-91CA-38EAC376F96C}" destId="{87C2C929-2D2C-4AA5-83A6-66FA15B5DDB9}" srcOrd="0" destOrd="0" presId="urn:microsoft.com/office/officeart/2018/2/layout/IconCircleList"/>
    <dgm:cxn modelId="{ECB76980-4A19-4EA8-984B-5DFE1E6391EA}" srcId="{59551956-547B-4E99-8EA0-0296A41B5693}" destId="{77CBA47B-0296-40AF-91CA-38EAC376F96C}" srcOrd="3" destOrd="0" parTransId="{112C3E4E-22A8-414D-BCE4-98F8154D89AB}" sibTransId="{88904E4D-73FD-4446-BE57-8C928FE1E300}"/>
    <dgm:cxn modelId="{328A3689-8ABC-4C44-86C5-7B1D166107C6}" srcId="{59551956-547B-4E99-8EA0-0296A41B5693}" destId="{8ADE2712-EF4C-4369-86E8-9F86DC8F5553}" srcOrd="0" destOrd="0" parTransId="{DFE46410-3F6E-4A3E-A927-BB951DBAB318}" sibTransId="{96649C42-4D33-4F46-B8CC-CDADCA897FE5}"/>
    <dgm:cxn modelId="{EA7DB6AD-A852-4F77-8722-CF3D062E1A2D}" type="presOf" srcId="{59551956-547B-4E99-8EA0-0296A41B5693}" destId="{4F5B49C7-501B-45F5-9B01-CC02665AA454}" srcOrd="0" destOrd="0" presId="urn:microsoft.com/office/officeart/2018/2/layout/IconCircleList"/>
    <dgm:cxn modelId="{54B0FCB1-AB10-4335-9061-3516FFF425A5}" type="presOf" srcId="{8ADE2712-EF4C-4369-86E8-9F86DC8F5553}" destId="{9E0DD1D8-1933-433A-920D-0FB1AFB0607C}" srcOrd="0" destOrd="0" presId="urn:microsoft.com/office/officeart/2018/2/layout/IconCircleList"/>
    <dgm:cxn modelId="{F12996DD-08BB-4439-AE0C-224353AEF5E1}" srcId="{59551956-547B-4E99-8EA0-0296A41B5693}" destId="{F95A79AE-DED8-41EF-B688-D2DCFCB73237}" srcOrd="1" destOrd="0" parTransId="{26226178-E071-429C-8986-B7D2933EA601}" sibTransId="{D49D2910-E49B-4C74-A091-CBEC01D4B041}"/>
    <dgm:cxn modelId="{54823FE9-F3C9-4B16-AF25-6E1217C4147F}" type="presOf" srcId="{96649C42-4D33-4F46-B8CC-CDADCA897FE5}" destId="{F6564626-47C0-456B-A8D5-226C67BA125C}" srcOrd="0" destOrd="0" presId="urn:microsoft.com/office/officeart/2018/2/layout/IconCircleList"/>
    <dgm:cxn modelId="{9C5A8CF5-345F-42CF-BB6F-A1DD5FEAD54E}" type="presOf" srcId="{F95A79AE-DED8-41EF-B688-D2DCFCB73237}" destId="{01F8F163-BCCB-4895-AE90-E110D292A75A}" srcOrd="0" destOrd="0" presId="urn:microsoft.com/office/officeart/2018/2/layout/IconCircleList"/>
    <dgm:cxn modelId="{14DF13F9-3EBC-4AB9-8603-AC4E30C034CB}" type="presParOf" srcId="{4F5B49C7-501B-45F5-9B01-CC02665AA454}" destId="{97B7057D-D35A-4415-883C-684B397C78FA}" srcOrd="0" destOrd="0" presId="urn:microsoft.com/office/officeart/2018/2/layout/IconCircleList"/>
    <dgm:cxn modelId="{EAE50148-4996-4D5E-AABD-E9E611A4F273}" type="presParOf" srcId="{97B7057D-D35A-4415-883C-684B397C78FA}" destId="{6FEC0604-8285-4530-B05A-BEE6475BFCD4}" srcOrd="0" destOrd="0" presId="urn:microsoft.com/office/officeart/2018/2/layout/IconCircleList"/>
    <dgm:cxn modelId="{467F1F17-D057-4800-B911-82EAEE8BF746}" type="presParOf" srcId="{6FEC0604-8285-4530-B05A-BEE6475BFCD4}" destId="{BAD6FAB8-D70B-4A20-AE06-F01AF4B01C30}" srcOrd="0" destOrd="0" presId="urn:microsoft.com/office/officeart/2018/2/layout/IconCircleList"/>
    <dgm:cxn modelId="{3B3F855F-879E-46B8-ADCF-6FE40997B75B}" type="presParOf" srcId="{6FEC0604-8285-4530-B05A-BEE6475BFCD4}" destId="{AE9604DA-AA19-4439-8A30-6D387C4BAACB}" srcOrd="1" destOrd="0" presId="urn:microsoft.com/office/officeart/2018/2/layout/IconCircleList"/>
    <dgm:cxn modelId="{F4328FC0-FCE0-40D5-99B3-6B80F68F86B0}" type="presParOf" srcId="{6FEC0604-8285-4530-B05A-BEE6475BFCD4}" destId="{E96482B4-7DDB-42A5-A4E8-1D89C0A783C6}" srcOrd="2" destOrd="0" presId="urn:microsoft.com/office/officeart/2018/2/layout/IconCircleList"/>
    <dgm:cxn modelId="{1E2CB21B-2D25-4720-AD84-E776BD31E631}" type="presParOf" srcId="{6FEC0604-8285-4530-B05A-BEE6475BFCD4}" destId="{9E0DD1D8-1933-433A-920D-0FB1AFB0607C}" srcOrd="3" destOrd="0" presId="urn:microsoft.com/office/officeart/2018/2/layout/IconCircleList"/>
    <dgm:cxn modelId="{B10F2693-3A02-4250-8FAA-306B5AF8F72D}" type="presParOf" srcId="{97B7057D-D35A-4415-883C-684B397C78FA}" destId="{F6564626-47C0-456B-A8D5-226C67BA125C}" srcOrd="1" destOrd="0" presId="urn:microsoft.com/office/officeart/2018/2/layout/IconCircleList"/>
    <dgm:cxn modelId="{4A0A2B88-79DC-43AB-BA75-0A5294736016}" type="presParOf" srcId="{97B7057D-D35A-4415-883C-684B397C78FA}" destId="{45B89C59-46CF-4DE9-8F42-90A4CDD721C3}" srcOrd="2" destOrd="0" presId="urn:microsoft.com/office/officeart/2018/2/layout/IconCircleList"/>
    <dgm:cxn modelId="{EC90E74C-58DA-49C7-B5FD-ADAA9B8310BF}" type="presParOf" srcId="{45B89C59-46CF-4DE9-8F42-90A4CDD721C3}" destId="{91F20C2B-A39C-4164-AE51-A4AEC70DA193}" srcOrd="0" destOrd="0" presId="urn:microsoft.com/office/officeart/2018/2/layout/IconCircleList"/>
    <dgm:cxn modelId="{A0858231-2D8C-48C5-B0EC-24E3A31CC4D1}" type="presParOf" srcId="{45B89C59-46CF-4DE9-8F42-90A4CDD721C3}" destId="{6E916537-09DB-407E-93CC-0BE18EFC3F55}" srcOrd="1" destOrd="0" presId="urn:microsoft.com/office/officeart/2018/2/layout/IconCircleList"/>
    <dgm:cxn modelId="{76DBD4CD-3ED6-45FA-9FD1-3314B5B3988D}" type="presParOf" srcId="{45B89C59-46CF-4DE9-8F42-90A4CDD721C3}" destId="{24EF6DDC-724B-4204-8003-BCDB6AF0C974}" srcOrd="2" destOrd="0" presId="urn:microsoft.com/office/officeart/2018/2/layout/IconCircleList"/>
    <dgm:cxn modelId="{2A550F63-4875-41A3-8333-91FDBFEAF86D}" type="presParOf" srcId="{45B89C59-46CF-4DE9-8F42-90A4CDD721C3}" destId="{01F8F163-BCCB-4895-AE90-E110D292A75A}" srcOrd="3" destOrd="0" presId="urn:microsoft.com/office/officeart/2018/2/layout/IconCircleList"/>
    <dgm:cxn modelId="{460B2EB8-1E63-4795-B37A-D68944BBCB88}" type="presParOf" srcId="{97B7057D-D35A-4415-883C-684B397C78FA}" destId="{35FC9114-3220-499B-949C-1A4448FD7B88}" srcOrd="3" destOrd="0" presId="urn:microsoft.com/office/officeart/2018/2/layout/IconCircleList"/>
    <dgm:cxn modelId="{F2DAC1DB-E50D-4E79-A298-70A43F06B0A2}" type="presParOf" srcId="{97B7057D-D35A-4415-883C-684B397C78FA}" destId="{42D6738B-0C63-4D73-BBB7-1D1FC53D95E6}" srcOrd="4" destOrd="0" presId="urn:microsoft.com/office/officeart/2018/2/layout/IconCircleList"/>
    <dgm:cxn modelId="{B2C0B1E1-2BC0-4D72-AFFD-B4C72CBA57E8}" type="presParOf" srcId="{42D6738B-0C63-4D73-BBB7-1D1FC53D95E6}" destId="{035CA444-0680-46A9-90AF-3962BCEB4FE1}" srcOrd="0" destOrd="0" presId="urn:microsoft.com/office/officeart/2018/2/layout/IconCircleList"/>
    <dgm:cxn modelId="{65BCE314-8605-44A2-8475-F75F1327852C}" type="presParOf" srcId="{42D6738B-0C63-4D73-BBB7-1D1FC53D95E6}" destId="{7D6E9DBC-CDA7-467C-B7B6-75E33562BAD2}" srcOrd="1" destOrd="0" presId="urn:microsoft.com/office/officeart/2018/2/layout/IconCircleList"/>
    <dgm:cxn modelId="{3297AA40-B528-47D9-9797-D27BD92DE127}" type="presParOf" srcId="{42D6738B-0C63-4D73-BBB7-1D1FC53D95E6}" destId="{F33C559C-15F7-4924-A188-E4502598D5FD}" srcOrd="2" destOrd="0" presId="urn:microsoft.com/office/officeart/2018/2/layout/IconCircleList"/>
    <dgm:cxn modelId="{9DD03710-19FB-4C5F-884C-0743A647A830}" type="presParOf" srcId="{42D6738B-0C63-4D73-BBB7-1D1FC53D95E6}" destId="{6D5371FC-83BD-47AC-98C0-07E5267EB1EC}" srcOrd="3" destOrd="0" presId="urn:microsoft.com/office/officeart/2018/2/layout/IconCircleList"/>
    <dgm:cxn modelId="{721C3887-F962-494A-9B27-105EB0C6E7E2}" type="presParOf" srcId="{97B7057D-D35A-4415-883C-684B397C78FA}" destId="{59654332-893A-4318-9DCA-B385E72BD96B}" srcOrd="5" destOrd="0" presId="urn:microsoft.com/office/officeart/2018/2/layout/IconCircleList"/>
    <dgm:cxn modelId="{74D0BFD3-2B51-4CC4-AB99-AAF5130AC0E5}" type="presParOf" srcId="{97B7057D-D35A-4415-883C-684B397C78FA}" destId="{9906F85C-A7BC-4DE2-A7E8-541EE81967A0}" srcOrd="6" destOrd="0" presId="urn:microsoft.com/office/officeart/2018/2/layout/IconCircleList"/>
    <dgm:cxn modelId="{1B8EBC0C-794F-4026-9115-828646CA4116}" type="presParOf" srcId="{9906F85C-A7BC-4DE2-A7E8-541EE81967A0}" destId="{3903D852-B55F-4F09-89ED-D862B60E4517}" srcOrd="0" destOrd="0" presId="urn:microsoft.com/office/officeart/2018/2/layout/IconCircleList"/>
    <dgm:cxn modelId="{AE929F69-B0AF-4D8D-B781-8A60BB221AFF}" type="presParOf" srcId="{9906F85C-A7BC-4DE2-A7E8-541EE81967A0}" destId="{29377E4F-49E4-4783-AA69-8A8F0A8A2440}" srcOrd="1" destOrd="0" presId="urn:microsoft.com/office/officeart/2018/2/layout/IconCircleList"/>
    <dgm:cxn modelId="{266919B0-BF19-483F-9554-E275BD42A6C4}" type="presParOf" srcId="{9906F85C-A7BC-4DE2-A7E8-541EE81967A0}" destId="{F9B01E98-BF46-4671-9735-867443BA55E1}" srcOrd="2" destOrd="0" presId="urn:microsoft.com/office/officeart/2018/2/layout/IconCircleList"/>
    <dgm:cxn modelId="{5ED1C907-D9C1-4EE1-8033-308263149ACD}" type="presParOf" srcId="{9906F85C-A7BC-4DE2-A7E8-541EE81967A0}" destId="{87C2C929-2D2C-4AA5-83A6-66FA15B5DDB9}" srcOrd="3" destOrd="0" presId="urn:microsoft.com/office/officeart/2018/2/layout/IconCircleList"/>
    <dgm:cxn modelId="{C9D7F466-7881-4385-B688-426F3BAFE718}" type="presParOf" srcId="{97B7057D-D35A-4415-883C-684B397C78FA}" destId="{09328905-BF36-4075-981A-6C568500838C}" srcOrd="7" destOrd="0" presId="urn:microsoft.com/office/officeart/2018/2/layout/IconCircleList"/>
    <dgm:cxn modelId="{8AF5C150-4E9C-47A1-9A5C-A85A36510C6D}" type="presParOf" srcId="{97B7057D-D35A-4415-883C-684B397C78FA}" destId="{6883A932-477C-40DF-9AAC-0C5D06E4290B}" srcOrd="8" destOrd="0" presId="urn:microsoft.com/office/officeart/2018/2/layout/IconCircleList"/>
    <dgm:cxn modelId="{928658C8-490D-4534-9DA7-8F9D5016D71D}" type="presParOf" srcId="{6883A932-477C-40DF-9AAC-0C5D06E4290B}" destId="{CCC888ED-899B-42E3-BA05-00581C0DBA22}" srcOrd="0" destOrd="0" presId="urn:microsoft.com/office/officeart/2018/2/layout/IconCircleList"/>
    <dgm:cxn modelId="{7B49D880-C1EC-4501-8146-B925094A1770}" type="presParOf" srcId="{6883A932-477C-40DF-9AAC-0C5D06E4290B}" destId="{F626DB3E-A3B7-415C-B885-75565264AC9A}" srcOrd="1" destOrd="0" presId="urn:microsoft.com/office/officeart/2018/2/layout/IconCircleList"/>
    <dgm:cxn modelId="{98A53657-FAEE-45A1-A7A9-B3F431D6C98D}" type="presParOf" srcId="{6883A932-477C-40DF-9AAC-0C5D06E4290B}" destId="{686AF52A-A255-4ED3-BCC7-01FA5BCD2751}" srcOrd="2" destOrd="0" presId="urn:microsoft.com/office/officeart/2018/2/layout/IconCircleList"/>
    <dgm:cxn modelId="{9223C716-5B67-4C91-BAA7-A513E685675F}" type="presParOf" srcId="{6883A932-477C-40DF-9AAC-0C5D06E4290B}" destId="{63B84DD3-84C6-425F-B4ED-9B9A6F346E2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63AEA7-CEE2-47B3-B4CE-DC4EF50554B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01D5A56-E182-49DB-A6C0-F2D34DF0DA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Movies with higher audience engagement tend to receive higher ratings</a:t>
          </a:r>
          <a:r>
            <a:rPr lang="en-US" sz="1200" dirty="0"/>
            <a:t>.</a:t>
          </a:r>
        </a:p>
      </dgm:t>
    </dgm:pt>
    <dgm:pt modelId="{D85BE92C-AC58-4087-9008-E1B9231EF9D1}" type="parTrans" cxnId="{EFEFC85C-B0B9-489F-88BE-32077A691007}">
      <dgm:prSet/>
      <dgm:spPr/>
      <dgm:t>
        <a:bodyPr/>
        <a:lstStyle/>
        <a:p>
          <a:endParaRPr lang="en-US"/>
        </a:p>
      </dgm:t>
    </dgm:pt>
    <dgm:pt modelId="{A7B1F192-5975-4342-B161-5CE6816DCEB0}" type="sibTrans" cxnId="{EFEFC85C-B0B9-489F-88BE-32077A691007}">
      <dgm:prSet/>
      <dgm:spPr/>
      <dgm:t>
        <a:bodyPr/>
        <a:lstStyle/>
        <a:p>
          <a:endParaRPr lang="en-US"/>
        </a:p>
      </dgm:t>
    </dgm:pt>
    <dgm:pt modelId="{10606BB1-29D6-4195-888C-F9A1CA4B8A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Popular, well-rated movies perform better commercially</a:t>
          </a:r>
        </a:p>
      </dgm:t>
    </dgm:pt>
    <dgm:pt modelId="{3E99FE59-8CED-45BB-82F3-F3A4F8ADED1B}" type="parTrans" cxnId="{F39F937D-D8C2-43E1-9EDD-1D83792B3F47}">
      <dgm:prSet/>
      <dgm:spPr/>
      <dgm:t>
        <a:bodyPr/>
        <a:lstStyle/>
        <a:p>
          <a:endParaRPr lang="en-US"/>
        </a:p>
      </dgm:t>
    </dgm:pt>
    <dgm:pt modelId="{5881E1F3-3AC1-4270-824C-03A884F70EA7}" type="sibTrans" cxnId="{F39F937D-D8C2-43E1-9EDD-1D83792B3F47}">
      <dgm:prSet/>
      <dgm:spPr/>
      <dgm:t>
        <a:bodyPr/>
        <a:lstStyle/>
        <a:p>
          <a:endParaRPr lang="en-US"/>
        </a:p>
      </dgm:t>
    </dgm:pt>
    <dgm:pt modelId="{DDD3A03B-2BAF-4F83-BBC6-0FEE16B94B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Genres with comparatively low average audience ratings  may reflect over saturation or weaker storylines</a:t>
          </a:r>
        </a:p>
      </dgm:t>
    </dgm:pt>
    <dgm:pt modelId="{67DE9320-1AB8-4A35-9439-B4837A4A0F22}" type="parTrans" cxnId="{9EC8F912-2DC8-402F-8A9F-536B55D1E0F8}">
      <dgm:prSet/>
      <dgm:spPr/>
      <dgm:t>
        <a:bodyPr/>
        <a:lstStyle/>
        <a:p>
          <a:endParaRPr lang="en-US"/>
        </a:p>
      </dgm:t>
    </dgm:pt>
    <dgm:pt modelId="{794207CB-67C6-46D9-9001-87692CEB49BA}" type="sibTrans" cxnId="{9EC8F912-2DC8-402F-8A9F-536B55D1E0F8}">
      <dgm:prSet/>
      <dgm:spPr/>
      <dgm:t>
        <a:bodyPr/>
        <a:lstStyle/>
        <a:p>
          <a:endParaRPr lang="en-US"/>
        </a:p>
      </dgm:t>
    </dgm:pt>
    <dgm:pt modelId="{1F84A998-2D33-4029-9515-7E4E76148556}" type="pres">
      <dgm:prSet presAssocID="{8B63AEA7-CEE2-47B3-B4CE-DC4EF50554B1}" presName="root" presStyleCnt="0">
        <dgm:presLayoutVars>
          <dgm:dir/>
          <dgm:resizeHandles val="exact"/>
        </dgm:presLayoutVars>
      </dgm:prSet>
      <dgm:spPr/>
    </dgm:pt>
    <dgm:pt modelId="{0175B0D5-52A5-4888-AEF2-1667387CFCCF}" type="pres">
      <dgm:prSet presAssocID="{801D5A56-E182-49DB-A6C0-F2D34DF0DA4E}" presName="compNode" presStyleCnt="0"/>
      <dgm:spPr/>
    </dgm:pt>
    <dgm:pt modelId="{804E2630-D696-46B4-8EDE-B56B2754FDBC}" type="pres">
      <dgm:prSet presAssocID="{801D5A56-E182-49DB-A6C0-F2D34DF0DA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066A369A-39D9-455F-BDC3-8F598655F4AE}" type="pres">
      <dgm:prSet presAssocID="{801D5A56-E182-49DB-A6C0-F2D34DF0DA4E}" presName="spaceRect" presStyleCnt="0"/>
      <dgm:spPr/>
    </dgm:pt>
    <dgm:pt modelId="{614D5507-CD58-4E5A-A716-99214CD4A72A}" type="pres">
      <dgm:prSet presAssocID="{801D5A56-E182-49DB-A6C0-F2D34DF0DA4E}" presName="textRect" presStyleLbl="revTx" presStyleIdx="0" presStyleCnt="3">
        <dgm:presLayoutVars>
          <dgm:chMax val="1"/>
          <dgm:chPref val="1"/>
        </dgm:presLayoutVars>
      </dgm:prSet>
      <dgm:spPr/>
    </dgm:pt>
    <dgm:pt modelId="{E755735B-FA8B-4B43-AAEE-1F15F2CE07F0}" type="pres">
      <dgm:prSet presAssocID="{A7B1F192-5975-4342-B161-5CE6816DCEB0}" presName="sibTrans" presStyleCnt="0"/>
      <dgm:spPr/>
    </dgm:pt>
    <dgm:pt modelId="{62248363-206D-4BB9-96EB-26D4FCA41EDB}" type="pres">
      <dgm:prSet presAssocID="{10606BB1-29D6-4195-888C-F9A1CA4B8A9E}" presName="compNode" presStyleCnt="0"/>
      <dgm:spPr/>
    </dgm:pt>
    <dgm:pt modelId="{66729E29-3A86-4D13-9468-177561873343}" type="pres">
      <dgm:prSet presAssocID="{10606BB1-29D6-4195-888C-F9A1CA4B8A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4E5AAEC7-5CA7-43F1-8B46-F76DAC0CBCFF}" type="pres">
      <dgm:prSet presAssocID="{10606BB1-29D6-4195-888C-F9A1CA4B8A9E}" presName="spaceRect" presStyleCnt="0"/>
      <dgm:spPr/>
    </dgm:pt>
    <dgm:pt modelId="{56B9398E-1C13-4B75-9498-D13306B7B159}" type="pres">
      <dgm:prSet presAssocID="{10606BB1-29D6-4195-888C-F9A1CA4B8A9E}" presName="textRect" presStyleLbl="revTx" presStyleIdx="1" presStyleCnt="3">
        <dgm:presLayoutVars>
          <dgm:chMax val="1"/>
          <dgm:chPref val="1"/>
        </dgm:presLayoutVars>
      </dgm:prSet>
      <dgm:spPr/>
    </dgm:pt>
    <dgm:pt modelId="{6BF218CB-3D67-40CC-AFD6-9E6433AAFC5D}" type="pres">
      <dgm:prSet presAssocID="{5881E1F3-3AC1-4270-824C-03A884F70EA7}" presName="sibTrans" presStyleCnt="0"/>
      <dgm:spPr/>
    </dgm:pt>
    <dgm:pt modelId="{49513605-205C-4916-927A-ABFFEBED9916}" type="pres">
      <dgm:prSet presAssocID="{DDD3A03B-2BAF-4F83-BBC6-0FEE16B94B94}" presName="compNode" presStyleCnt="0"/>
      <dgm:spPr/>
    </dgm:pt>
    <dgm:pt modelId="{0EE22B39-678A-42E0-901F-A83D58AA6902}" type="pres">
      <dgm:prSet presAssocID="{DDD3A03B-2BAF-4F83-BBC6-0FEE16B94B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4AA4767B-F802-437A-9BE3-FC2C1D236807}" type="pres">
      <dgm:prSet presAssocID="{DDD3A03B-2BAF-4F83-BBC6-0FEE16B94B94}" presName="spaceRect" presStyleCnt="0"/>
      <dgm:spPr/>
    </dgm:pt>
    <dgm:pt modelId="{D58D47AF-F244-45CC-8815-8F34FB712D34}" type="pres">
      <dgm:prSet presAssocID="{DDD3A03B-2BAF-4F83-BBC6-0FEE16B94B9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EC8F912-2DC8-402F-8A9F-536B55D1E0F8}" srcId="{8B63AEA7-CEE2-47B3-B4CE-DC4EF50554B1}" destId="{DDD3A03B-2BAF-4F83-BBC6-0FEE16B94B94}" srcOrd="2" destOrd="0" parTransId="{67DE9320-1AB8-4A35-9439-B4837A4A0F22}" sibTransId="{794207CB-67C6-46D9-9001-87692CEB49BA}"/>
    <dgm:cxn modelId="{44896835-B77B-4106-8C57-1AB07F3F4B6B}" type="presOf" srcId="{DDD3A03B-2BAF-4F83-BBC6-0FEE16B94B94}" destId="{D58D47AF-F244-45CC-8815-8F34FB712D34}" srcOrd="0" destOrd="0" presId="urn:microsoft.com/office/officeart/2018/2/layout/IconLabelList"/>
    <dgm:cxn modelId="{EFEFC85C-B0B9-489F-88BE-32077A691007}" srcId="{8B63AEA7-CEE2-47B3-B4CE-DC4EF50554B1}" destId="{801D5A56-E182-49DB-A6C0-F2D34DF0DA4E}" srcOrd="0" destOrd="0" parTransId="{D85BE92C-AC58-4087-9008-E1B9231EF9D1}" sibTransId="{A7B1F192-5975-4342-B161-5CE6816DCEB0}"/>
    <dgm:cxn modelId="{7B192762-68FB-49E9-8197-6ACDFAFA37AD}" type="presOf" srcId="{10606BB1-29D6-4195-888C-F9A1CA4B8A9E}" destId="{56B9398E-1C13-4B75-9498-D13306B7B159}" srcOrd="0" destOrd="0" presId="urn:microsoft.com/office/officeart/2018/2/layout/IconLabelList"/>
    <dgm:cxn modelId="{7578EF46-E7C8-4F20-8E93-4DE5B94D3B44}" type="presOf" srcId="{8B63AEA7-CEE2-47B3-B4CE-DC4EF50554B1}" destId="{1F84A998-2D33-4029-9515-7E4E76148556}" srcOrd="0" destOrd="0" presId="urn:microsoft.com/office/officeart/2018/2/layout/IconLabelList"/>
    <dgm:cxn modelId="{F39F937D-D8C2-43E1-9EDD-1D83792B3F47}" srcId="{8B63AEA7-CEE2-47B3-B4CE-DC4EF50554B1}" destId="{10606BB1-29D6-4195-888C-F9A1CA4B8A9E}" srcOrd="1" destOrd="0" parTransId="{3E99FE59-8CED-45BB-82F3-F3A4F8ADED1B}" sibTransId="{5881E1F3-3AC1-4270-824C-03A884F70EA7}"/>
    <dgm:cxn modelId="{B95F84E1-FC9F-429A-BA42-30D67CF66B97}" type="presOf" srcId="{801D5A56-E182-49DB-A6C0-F2D34DF0DA4E}" destId="{614D5507-CD58-4E5A-A716-99214CD4A72A}" srcOrd="0" destOrd="0" presId="urn:microsoft.com/office/officeart/2018/2/layout/IconLabelList"/>
    <dgm:cxn modelId="{3D45DC23-D3C3-47BA-83CA-225168DC12FC}" type="presParOf" srcId="{1F84A998-2D33-4029-9515-7E4E76148556}" destId="{0175B0D5-52A5-4888-AEF2-1667387CFCCF}" srcOrd="0" destOrd="0" presId="urn:microsoft.com/office/officeart/2018/2/layout/IconLabelList"/>
    <dgm:cxn modelId="{08BBD408-29CD-4112-842B-3AB98395F889}" type="presParOf" srcId="{0175B0D5-52A5-4888-AEF2-1667387CFCCF}" destId="{804E2630-D696-46B4-8EDE-B56B2754FDBC}" srcOrd="0" destOrd="0" presId="urn:microsoft.com/office/officeart/2018/2/layout/IconLabelList"/>
    <dgm:cxn modelId="{F71A0474-57ED-4331-BC31-EB5E27002950}" type="presParOf" srcId="{0175B0D5-52A5-4888-AEF2-1667387CFCCF}" destId="{066A369A-39D9-455F-BDC3-8F598655F4AE}" srcOrd="1" destOrd="0" presId="urn:microsoft.com/office/officeart/2018/2/layout/IconLabelList"/>
    <dgm:cxn modelId="{5A67E387-B702-49E7-99C0-B9E67128089E}" type="presParOf" srcId="{0175B0D5-52A5-4888-AEF2-1667387CFCCF}" destId="{614D5507-CD58-4E5A-A716-99214CD4A72A}" srcOrd="2" destOrd="0" presId="urn:microsoft.com/office/officeart/2018/2/layout/IconLabelList"/>
    <dgm:cxn modelId="{4AE10449-651A-4AA8-B2CC-FAFA395F02C3}" type="presParOf" srcId="{1F84A998-2D33-4029-9515-7E4E76148556}" destId="{E755735B-FA8B-4B43-AAEE-1F15F2CE07F0}" srcOrd="1" destOrd="0" presId="urn:microsoft.com/office/officeart/2018/2/layout/IconLabelList"/>
    <dgm:cxn modelId="{1CF82ACC-8858-4227-B9CA-40109F1DE430}" type="presParOf" srcId="{1F84A998-2D33-4029-9515-7E4E76148556}" destId="{62248363-206D-4BB9-96EB-26D4FCA41EDB}" srcOrd="2" destOrd="0" presId="urn:microsoft.com/office/officeart/2018/2/layout/IconLabelList"/>
    <dgm:cxn modelId="{01FC08B3-F212-4BFF-980C-403BABF2770F}" type="presParOf" srcId="{62248363-206D-4BB9-96EB-26D4FCA41EDB}" destId="{66729E29-3A86-4D13-9468-177561873343}" srcOrd="0" destOrd="0" presId="urn:microsoft.com/office/officeart/2018/2/layout/IconLabelList"/>
    <dgm:cxn modelId="{7C55C63D-17FD-4CAC-A549-B05F2CD2E690}" type="presParOf" srcId="{62248363-206D-4BB9-96EB-26D4FCA41EDB}" destId="{4E5AAEC7-5CA7-43F1-8B46-F76DAC0CBCFF}" srcOrd="1" destOrd="0" presId="urn:microsoft.com/office/officeart/2018/2/layout/IconLabelList"/>
    <dgm:cxn modelId="{D185C301-B90D-47D3-9F4D-2CE73DD5F52D}" type="presParOf" srcId="{62248363-206D-4BB9-96EB-26D4FCA41EDB}" destId="{56B9398E-1C13-4B75-9498-D13306B7B159}" srcOrd="2" destOrd="0" presId="urn:microsoft.com/office/officeart/2018/2/layout/IconLabelList"/>
    <dgm:cxn modelId="{BE6123E0-1B04-44DF-B306-C3818A8E30F0}" type="presParOf" srcId="{1F84A998-2D33-4029-9515-7E4E76148556}" destId="{6BF218CB-3D67-40CC-AFD6-9E6433AAFC5D}" srcOrd="3" destOrd="0" presId="urn:microsoft.com/office/officeart/2018/2/layout/IconLabelList"/>
    <dgm:cxn modelId="{1B201203-4B47-4D77-AB48-FEFB5C1A8EF1}" type="presParOf" srcId="{1F84A998-2D33-4029-9515-7E4E76148556}" destId="{49513605-205C-4916-927A-ABFFEBED9916}" srcOrd="4" destOrd="0" presId="urn:microsoft.com/office/officeart/2018/2/layout/IconLabelList"/>
    <dgm:cxn modelId="{B530F6F7-8722-40BE-898B-233D4E07DF91}" type="presParOf" srcId="{49513605-205C-4916-927A-ABFFEBED9916}" destId="{0EE22B39-678A-42E0-901F-A83D58AA6902}" srcOrd="0" destOrd="0" presId="urn:microsoft.com/office/officeart/2018/2/layout/IconLabelList"/>
    <dgm:cxn modelId="{D5B0139C-641B-46AD-84D6-2757A76EAA15}" type="presParOf" srcId="{49513605-205C-4916-927A-ABFFEBED9916}" destId="{4AA4767B-F802-437A-9BE3-FC2C1D236807}" srcOrd="1" destOrd="0" presId="urn:microsoft.com/office/officeart/2018/2/layout/IconLabelList"/>
    <dgm:cxn modelId="{CF2B48AE-114F-4D8D-ACA7-18A034339D7B}" type="presParOf" srcId="{49513605-205C-4916-927A-ABFFEBED9916}" destId="{D58D47AF-F244-45CC-8815-8F34FB712D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C74407-6548-4F99-8482-81000BD28C8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519A2A9-025F-4672-9F46-9B6AA757013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1" cap="none" dirty="0"/>
            <a:t>Documentary, biography, and history genres show a steady upward trend</a:t>
          </a:r>
          <a:r>
            <a:rPr lang="en-US" sz="1400" cap="none" dirty="0"/>
            <a:t>, indicating growing audience appreciation over time</a:t>
          </a:r>
        </a:p>
      </dgm:t>
    </dgm:pt>
    <dgm:pt modelId="{2056BB43-F5EF-40D2-B592-C3D13DF59CBA}" type="parTrans" cxnId="{99E0AE6C-252A-4FF3-B800-23D69C98655F}">
      <dgm:prSet/>
      <dgm:spPr/>
      <dgm:t>
        <a:bodyPr/>
        <a:lstStyle/>
        <a:p>
          <a:endParaRPr lang="en-US"/>
        </a:p>
      </dgm:t>
    </dgm:pt>
    <dgm:pt modelId="{C1896FF8-E5D6-4DD7-AAAB-2D1E9204CF2D}" type="sibTrans" cxnId="{99E0AE6C-252A-4FF3-B800-23D69C98655F}">
      <dgm:prSet/>
      <dgm:spPr/>
      <dgm:t>
        <a:bodyPr/>
        <a:lstStyle/>
        <a:p>
          <a:endParaRPr lang="en-US"/>
        </a:p>
      </dgm:t>
    </dgm:pt>
    <dgm:pt modelId="{85A4B29F-7B29-45F1-98A7-6EC44234DE0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cap="none" dirty="0"/>
            <a:t>Action and adventure maintain stable ratings, suggesting consistent audience demand and predictable performance.</a:t>
          </a:r>
        </a:p>
      </dgm:t>
    </dgm:pt>
    <dgm:pt modelId="{EC6D4FD2-BD8D-4A79-A473-00107F0A9027}" type="parTrans" cxnId="{CE3135DB-3F2F-4F84-8B14-B33BE0441B67}">
      <dgm:prSet/>
      <dgm:spPr/>
      <dgm:t>
        <a:bodyPr/>
        <a:lstStyle/>
        <a:p>
          <a:endParaRPr lang="en-US"/>
        </a:p>
      </dgm:t>
    </dgm:pt>
    <dgm:pt modelId="{83C10385-28BB-413D-B7C1-110E94F1E9CF}" type="sibTrans" cxnId="{CE3135DB-3F2F-4F84-8B14-B33BE0441B67}">
      <dgm:prSet/>
      <dgm:spPr/>
      <dgm:t>
        <a:bodyPr/>
        <a:lstStyle/>
        <a:p>
          <a:endParaRPr lang="en-US"/>
        </a:p>
      </dgm:t>
    </dgm:pt>
    <dgm:pt modelId="{8DE9FFCB-9210-4FBE-B4C4-2772478C7E4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/>
            <a:t>Drama and family genres show moderate improvement, reflecting steady but less aggressive growth.</a:t>
          </a:r>
        </a:p>
      </dgm:t>
    </dgm:pt>
    <dgm:pt modelId="{324633E6-0C8A-4A58-83AF-57478E2A81F5}" type="parTrans" cxnId="{22F73732-6871-493C-ABB9-9474BCF72002}">
      <dgm:prSet/>
      <dgm:spPr/>
      <dgm:t>
        <a:bodyPr/>
        <a:lstStyle/>
        <a:p>
          <a:endParaRPr lang="en-US"/>
        </a:p>
      </dgm:t>
    </dgm:pt>
    <dgm:pt modelId="{E6A62E18-B365-4B9F-B55E-796108BB7500}" type="sibTrans" cxnId="{22F73732-6871-493C-ABB9-9474BCF72002}">
      <dgm:prSet/>
      <dgm:spPr/>
      <dgm:t>
        <a:bodyPr/>
        <a:lstStyle/>
        <a:p>
          <a:endParaRPr lang="en-US"/>
        </a:p>
      </dgm:t>
    </dgm:pt>
    <dgm:pt modelId="{DB5130C4-93E6-4461-BA04-E4F4D1C8209D}" type="pres">
      <dgm:prSet presAssocID="{82C74407-6548-4F99-8482-81000BD28C81}" presName="root" presStyleCnt="0">
        <dgm:presLayoutVars>
          <dgm:dir/>
          <dgm:resizeHandles val="exact"/>
        </dgm:presLayoutVars>
      </dgm:prSet>
      <dgm:spPr/>
    </dgm:pt>
    <dgm:pt modelId="{1C3136BC-5D29-470B-B99A-30D131916749}" type="pres">
      <dgm:prSet presAssocID="{1519A2A9-025F-4672-9F46-9B6AA757013B}" presName="compNode" presStyleCnt="0"/>
      <dgm:spPr/>
    </dgm:pt>
    <dgm:pt modelId="{9E0751D2-B915-457B-84C7-6B9BD334BF81}" type="pres">
      <dgm:prSet presAssocID="{1519A2A9-025F-4672-9F46-9B6AA757013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7DA7A5E-F5C8-43D7-A309-4EB5CFA48488}" type="pres">
      <dgm:prSet presAssocID="{1519A2A9-025F-4672-9F46-9B6AA75701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4DD737E-0394-458C-9AFA-EFED04510FE9}" type="pres">
      <dgm:prSet presAssocID="{1519A2A9-025F-4672-9F46-9B6AA757013B}" presName="spaceRect" presStyleCnt="0"/>
      <dgm:spPr/>
    </dgm:pt>
    <dgm:pt modelId="{FB09F810-45C6-4EC0-8E36-347A79C374C4}" type="pres">
      <dgm:prSet presAssocID="{1519A2A9-025F-4672-9F46-9B6AA757013B}" presName="textRect" presStyleLbl="revTx" presStyleIdx="0" presStyleCnt="3">
        <dgm:presLayoutVars>
          <dgm:chMax val="1"/>
          <dgm:chPref val="1"/>
        </dgm:presLayoutVars>
      </dgm:prSet>
      <dgm:spPr/>
    </dgm:pt>
    <dgm:pt modelId="{76CEDC59-B50F-464C-87ED-E3798D82494C}" type="pres">
      <dgm:prSet presAssocID="{C1896FF8-E5D6-4DD7-AAAB-2D1E9204CF2D}" presName="sibTrans" presStyleCnt="0"/>
      <dgm:spPr/>
    </dgm:pt>
    <dgm:pt modelId="{C5055660-9F97-48A6-BE8B-45458406162E}" type="pres">
      <dgm:prSet presAssocID="{85A4B29F-7B29-45F1-98A7-6EC44234DE04}" presName="compNode" presStyleCnt="0"/>
      <dgm:spPr/>
    </dgm:pt>
    <dgm:pt modelId="{AD8BF571-91A8-4A77-9248-863CD94ECAB9}" type="pres">
      <dgm:prSet presAssocID="{85A4B29F-7B29-45F1-98A7-6EC44234DE0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1E03302-AF4B-4F0F-B147-B8F899812647}" type="pres">
      <dgm:prSet presAssocID="{85A4B29F-7B29-45F1-98A7-6EC44234DE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B23071F7-9AF5-4CD9-93C9-96D539F351AE}" type="pres">
      <dgm:prSet presAssocID="{85A4B29F-7B29-45F1-98A7-6EC44234DE04}" presName="spaceRect" presStyleCnt="0"/>
      <dgm:spPr/>
    </dgm:pt>
    <dgm:pt modelId="{20469229-D950-475A-953E-7B93952F8A6B}" type="pres">
      <dgm:prSet presAssocID="{85A4B29F-7B29-45F1-98A7-6EC44234DE04}" presName="textRect" presStyleLbl="revTx" presStyleIdx="1" presStyleCnt="3">
        <dgm:presLayoutVars>
          <dgm:chMax val="1"/>
          <dgm:chPref val="1"/>
        </dgm:presLayoutVars>
      </dgm:prSet>
      <dgm:spPr/>
    </dgm:pt>
    <dgm:pt modelId="{3A24DCA6-F598-44E7-A9A4-C91B7E97BA32}" type="pres">
      <dgm:prSet presAssocID="{83C10385-28BB-413D-B7C1-110E94F1E9CF}" presName="sibTrans" presStyleCnt="0"/>
      <dgm:spPr/>
    </dgm:pt>
    <dgm:pt modelId="{34AB71AD-749B-48B1-B081-A543B339B651}" type="pres">
      <dgm:prSet presAssocID="{8DE9FFCB-9210-4FBE-B4C4-2772478C7E40}" presName="compNode" presStyleCnt="0"/>
      <dgm:spPr/>
    </dgm:pt>
    <dgm:pt modelId="{CA9ECE39-A359-49CC-8A25-633A893C8AB2}" type="pres">
      <dgm:prSet presAssocID="{8DE9FFCB-9210-4FBE-B4C4-2772478C7E4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F721800-622D-4515-8278-51573847F61A}" type="pres">
      <dgm:prSet presAssocID="{8DE9FFCB-9210-4FBE-B4C4-2772478C7E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61AA7C01-80F2-40FA-A4E5-D31D6DEA507C}" type="pres">
      <dgm:prSet presAssocID="{8DE9FFCB-9210-4FBE-B4C4-2772478C7E40}" presName="spaceRect" presStyleCnt="0"/>
      <dgm:spPr/>
    </dgm:pt>
    <dgm:pt modelId="{09470A5A-0855-45B7-8AFD-3B49926A0E91}" type="pres">
      <dgm:prSet presAssocID="{8DE9FFCB-9210-4FBE-B4C4-2772478C7E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F73732-6871-493C-ABB9-9474BCF72002}" srcId="{82C74407-6548-4F99-8482-81000BD28C81}" destId="{8DE9FFCB-9210-4FBE-B4C4-2772478C7E40}" srcOrd="2" destOrd="0" parTransId="{324633E6-0C8A-4A58-83AF-57478E2A81F5}" sibTransId="{E6A62E18-B365-4B9F-B55E-796108BB7500}"/>
    <dgm:cxn modelId="{99E0AE6C-252A-4FF3-B800-23D69C98655F}" srcId="{82C74407-6548-4F99-8482-81000BD28C81}" destId="{1519A2A9-025F-4672-9F46-9B6AA757013B}" srcOrd="0" destOrd="0" parTransId="{2056BB43-F5EF-40D2-B592-C3D13DF59CBA}" sibTransId="{C1896FF8-E5D6-4DD7-AAAB-2D1E9204CF2D}"/>
    <dgm:cxn modelId="{60E6B1A8-FA70-405C-B3D7-DA813EA11553}" type="presOf" srcId="{82C74407-6548-4F99-8482-81000BD28C81}" destId="{DB5130C4-93E6-4461-BA04-E4F4D1C8209D}" srcOrd="0" destOrd="0" presId="urn:microsoft.com/office/officeart/2018/5/layout/IconLeafLabelList"/>
    <dgm:cxn modelId="{AEE5EFC7-DD84-499B-811C-10DBB8E38D13}" type="presOf" srcId="{1519A2A9-025F-4672-9F46-9B6AA757013B}" destId="{FB09F810-45C6-4EC0-8E36-347A79C374C4}" srcOrd="0" destOrd="0" presId="urn:microsoft.com/office/officeart/2018/5/layout/IconLeafLabelList"/>
    <dgm:cxn modelId="{CE3135DB-3F2F-4F84-8B14-B33BE0441B67}" srcId="{82C74407-6548-4F99-8482-81000BD28C81}" destId="{85A4B29F-7B29-45F1-98A7-6EC44234DE04}" srcOrd="1" destOrd="0" parTransId="{EC6D4FD2-BD8D-4A79-A473-00107F0A9027}" sibTransId="{83C10385-28BB-413D-B7C1-110E94F1E9CF}"/>
    <dgm:cxn modelId="{59334FE3-FEB6-4FF2-9DC1-7A6826445018}" type="presOf" srcId="{8DE9FFCB-9210-4FBE-B4C4-2772478C7E40}" destId="{09470A5A-0855-45B7-8AFD-3B49926A0E91}" srcOrd="0" destOrd="0" presId="urn:microsoft.com/office/officeart/2018/5/layout/IconLeafLabelList"/>
    <dgm:cxn modelId="{BA2652F8-19AF-4899-B72E-CFD495E28737}" type="presOf" srcId="{85A4B29F-7B29-45F1-98A7-6EC44234DE04}" destId="{20469229-D950-475A-953E-7B93952F8A6B}" srcOrd="0" destOrd="0" presId="urn:microsoft.com/office/officeart/2018/5/layout/IconLeafLabelList"/>
    <dgm:cxn modelId="{047281B8-0382-4F31-A75E-E42359E8146F}" type="presParOf" srcId="{DB5130C4-93E6-4461-BA04-E4F4D1C8209D}" destId="{1C3136BC-5D29-470B-B99A-30D131916749}" srcOrd="0" destOrd="0" presId="urn:microsoft.com/office/officeart/2018/5/layout/IconLeafLabelList"/>
    <dgm:cxn modelId="{96FE6D69-5431-416F-B83D-C0E0DB3E5D9D}" type="presParOf" srcId="{1C3136BC-5D29-470B-B99A-30D131916749}" destId="{9E0751D2-B915-457B-84C7-6B9BD334BF81}" srcOrd="0" destOrd="0" presId="urn:microsoft.com/office/officeart/2018/5/layout/IconLeafLabelList"/>
    <dgm:cxn modelId="{C101AEFF-2AD1-4204-9330-86C71FE3BD33}" type="presParOf" srcId="{1C3136BC-5D29-470B-B99A-30D131916749}" destId="{F7DA7A5E-F5C8-43D7-A309-4EB5CFA48488}" srcOrd="1" destOrd="0" presId="urn:microsoft.com/office/officeart/2018/5/layout/IconLeafLabelList"/>
    <dgm:cxn modelId="{CA53BEDB-8803-407E-B4CE-D697EBA85568}" type="presParOf" srcId="{1C3136BC-5D29-470B-B99A-30D131916749}" destId="{64DD737E-0394-458C-9AFA-EFED04510FE9}" srcOrd="2" destOrd="0" presId="urn:microsoft.com/office/officeart/2018/5/layout/IconLeafLabelList"/>
    <dgm:cxn modelId="{2D65335B-32CF-446B-B921-9E8C441019DE}" type="presParOf" srcId="{1C3136BC-5D29-470B-B99A-30D131916749}" destId="{FB09F810-45C6-4EC0-8E36-347A79C374C4}" srcOrd="3" destOrd="0" presId="urn:microsoft.com/office/officeart/2018/5/layout/IconLeafLabelList"/>
    <dgm:cxn modelId="{65ECD939-AF7A-4658-8BE5-4D1CC63BD765}" type="presParOf" srcId="{DB5130C4-93E6-4461-BA04-E4F4D1C8209D}" destId="{76CEDC59-B50F-464C-87ED-E3798D82494C}" srcOrd="1" destOrd="0" presId="urn:microsoft.com/office/officeart/2018/5/layout/IconLeafLabelList"/>
    <dgm:cxn modelId="{D3E50362-00C9-4AD6-BC5D-BFD91C3F0280}" type="presParOf" srcId="{DB5130C4-93E6-4461-BA04-E4F4D1C8209D}" destId="{C5055660-9F97-48A6-BE8B-45458406162E}" srcOrd="2" destOrd="0" presId="urn:microsoft.com/office/officeart/2018/5/layout/IconLeafLabelList"/>
    <dgm:cxn modelId="{F4C1241D-A327-44E5-A26A-528C3855777E}" type="presParOf" srcId="{C5055660-9F97-48A6-BE8B-45458406162E}" destId="{AD8BF571-91A8-4A77-9248-863CD94ECAB9}" srcOrd="0" destOrd="0" presId="urn:microsoft.com/office/officeart/2018/5/layout/IconLeafLabelList"/>
    <dgm:cxn modelId="{A95D3E89-C211-4FA3-B96A-15DC3AE2B32F}" type="presParOf" srcId="{C5055660-9F97-48A6-BE8B-45458406162E}" destId="{E1E03302-AF4B-4F0F-B147-B8F899812647}" srcOrd="1" destOrd="0" presId="urn:microsoft.com/office/officeart/2018/5/layout/IconLeafLabelList"/>
    <dgm:cxn modelId="{955F988A-79FA-4258-B391-B09527EA7D03}" type="presParOf" srcId="{C5055660-9F97-48A6-BE8B-45458406162E}" destId="{B23071F7-9AF5-4CD9-93C9-96D539F351AE}" srcOrd="2" destOrd="0" presId="urn:microsoft.com/office/officeart/2018/5/layout/IconLeafLabelList"/>
    <dgm:cxn modelId="{9E4DA7ED-637E-4F1B-A9D4-180E6AD60949}" type="presParOf" srcId="{C5055660-9F97-48A6-BE8B-45458406162E}" destId="{20469229-D950-475A-953E-7B93952F8A6B}" srcOrd="3" destOrd="0" presId="urn:microsoft.com/office/officeart/2018/5/layout/IconLeafLabelList"/>
    <dgm:cxn modelId="{A64F2006-45B7-4A86-9C5C-EBB758A9AE80}" type="presParOf" srcId="{DB5130C4-93E6-4461-BA04-E4F4D1C8209D}" destId="{3A24DCA6-F598-44E7-A9A4-C91B7E97BA32}" srcOrd="3" destOrd="0" presId="urn:microsoft.com/office/officeart/2018/5/layout/IconLeafLabelList"/>
    <dgm:cxn modelId="{9D74E155-D8C3-45BC-8C32-E09F8A62B02B}" type="presParOf" srcId="{DB5130C4-93E6-4461-BA04-E4F4D1C8209D}" destId="{34AB71AD-749B-48B1-B081-A543B339B651}" srcOrd="4" destOrd="0" presId="urn:microsoft.com/office/officeart/2018/5/layout/IconLeafLabelList"/>
    <dgm:cxn modelId="{B0A1C9F4-887D-43A0-8A09-7EC27664BC37}" type="presParOf" srcId="{34AB71AD-749B-48B1-B081-A543B339B651}" destId="{CA9ECE39-A359-49CC-8A25-633A893C8AB2}" srcOrd="0" destOrd="0" presId="urn:microsoft.com/office/officeart/2018/5/layout/IconLeafLabelList"/>
    <dgm:cxn modelId="{7A9C5483-977C-448E-ABE8-C9E2A9C6101C}" type="presParOf" srcId="{34AB71AD-749B-48B1-B081-A543B339B651}" destId="{DF721800-622D-4515-8278-51573847F61A}" srcOrd="1" destOrd="0" presId="urn:microsoft.com/office/officeart/2018/5/layout/IconLeafLabelList"/>
    <dgm:cxn modelId="{E614B4E8-FFFD-4E0B-B258-B8BDD6288A30}" type="presParOf" srcId="{34AB71AD-749B-48B1-B081-A543B339B651}" destId="{61AA7C01-80F2-40FA-A4E5-D31D6DEA507C}" srcOrd="2" destOrd="0" presId="urn:microsoft.com/office/officeart/2018/5/layout/IconLeafLabelList"/>
    <dgm:cxn modelId="{A89D9B93-F806-4DFE-8BDD-0BD8B1BE0996}" type="presParOf" srcId="{34AB71AD-749B-48B1-B081-A543B339B651}" destId="{09470A5A-0855-45B7-8AFD-3B49926A0E9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FC3D0C-6229-4FBC-A4A2-2087C6730D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F4EF169-E531-4760-AD12-AB1727CB4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cap="none">
              <a:solidFill>
                <a:schemeClr val="tx1"/>
              </a:solidFill>
            </a:rPr>
            <a:t>Some genres (e.g., horror and certain niche genres) start from lower ratings but improve toward later years, signaling potential emerging opportunities</a:t>
          </a:r>
          <a:r>
            <a:rPr lang="en-US"/>
            <a:t>.</a:t>
          </a:r>
        </a:p>
      </dgm:t>
    </dgm:pt>
    <dgm:pt modelId="{67108774-900C-4766-AD25-D703A3711463}" type="parTrans" cxnId="{6499C1E3-5660-4C69-87DE-E7A215A490E9}">
      <dgm:prSet/>
      <dgm:spPr/>
      <dgm:t>
        <a:bodyPr/>
        <a:lstStyle/>
        <a:p>
          <a:endParaRPr lang="en-US"/>
        </a:p>
      </dgm:t>
    </dgm:pt>
    <dgm:pt modelId="{5667DA46-1AE4-42B6-99BC-B147428C844B}" type="sibTrans" cxnId="{6499C1E3-5660-4C69-87DE-E7A215A490E9}">
      <dgm:prSet/>
      <dgm:spPr/>
      <dgm:t>
        <a:bodyPr/>
        <a:lstStyle/>
        <a:p>
          <a:endParaRPr lang="en-US"/>
        </a:p>
      </dgm:t>
    </dgm:pt>
    <dgm:pt modelId="{0E7D5070-C871-4FB5-963C-3EA7FE88DA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cap="none">
              <a:solidFill>
                <a:schemeClr val="tx1"/>
              </a:solidFill>
            </a:rPr>
            <a:t>Genres with declining or flat trends may require re-positioning, refreshed storytelling, or lower investment priority</a:t>
          </a:r>
          <a:r>
            <a:rPr lang="en-US">
              <a:solidFill>
                <a:schemeClr val="tx1"/>
              </a:solidFill>
            </a:rPr>
            <a:t>.</a:t>
          </a:r>
        </a:p>
      </dgm:t>
    </dgm:pt>
    <dgm:pt modelId="{A8ECEE6E-C6C7-4C79-BE8D-AF01EF342CD6}" type="parTrans" cxnId="{1D1C4D5C-567D-4EEF-854D-260114E274D7}">
      <dgm:prSet/>
      <dgm:spPr/>
      <dgm:t>
        <a:bodyPr/>
        <a:lstStyle/>
        <a:p>
          <a:endParaRPr lang="en-US"/>
        </a:p>
      </dgm:t>
    </dgm:pt>
    <dgm:pt modelId="{7629F3D7-2340-4EC1-B552-4EFC9D003CD2}" type="sibTrans" cxnId="{1D1C4D5C-567D-4EEF-854D-260114E274D7}">
      <dgm:prSet/>
      <dgm:spPr/>
      <dgm:t>
        <a:bodyPr/>
        <a:lstStyle/>
        <a:p>
          <a:endParaRPr lang="en-US"/>
        </a:p>
      </dgm:t>
    </dgm:pt>
    <dgm:pt modelId="{E4B7B6FD-B6C3-422D-A396-65AE15D22BF5}" type="pres">
      <dgm:prSet presAssocID="{4FFC3D0C-6229-4FBC-A4A2-2087C6730DB2}" presName="root" presStyleCnt="0">
        <dgm:presLayoutVars>
          <dgm:dir/>
          <dgm:resizeHandles val="exact"/>
        </dgm:presLayoutVars>
      </dgm:prSet>
      <dgm:spPr/>
    </dgm:pt>
    <dgm:pt modelId="{7697F3C3-3F6C-45B0-A020-8D1789A631B6}" type="pres">
      <dgm:prSet presAssocID="{4F4EF169-E531-4760-AD12-AB1727CB4436}" presName="compNode" presStyleCnt="0"/>
      <dgm:spPr/>
    </dgm:pt>
    <dgm:pt modelId="{3DE2C45D-84A7-41E8-9806-B600DB1C61F4}" type="pres">
      <dgm:prSet presAssocID="{4F4EF169-E531-4760-AD12-AB1727CB44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50BA81AE-7692-4C26-A804-468C04A4C27C}" type="pres">
      <dgm:prSet presAssocID="{4F4EF169-E531-4760-AD12-AB1727CB4436}" presName="spaceRect" presStyleCnt="0"/>
      <dgm:spPr/>
    </dgm:pt>
    <dgm:pt modelId="{0468FBFF-EBF7-42AB-8F0C-2895AA47DDDF}" type="pres">
      <dgm:prSet presAssocID="{4F4EF169-E531-4760-AD12-AB1727CB4436}" presName="textRect" presStyleLbl="revTx" presStyleIdx="0" presStyleCnt="2">
        <dgm:presLayoutVars>
          <dgm:chMax val="1"/>
          <dgm:chPref val="1"/>
        </dgm:presLayoutVars>
      </dgm:prSet>
      <dgm:spPr/>
    </dgm:pt>
    <dgm:pt modelId="{58A95B0B-83E8-4F41-8535-246EBB429342}" type="pres">
      <dgm:prSet presAssocID="{5667DA46-1AE4-42B6-99BC-B147428C844B}" presName="sibTrans" presStyleCnt="0"/>
      <dgm:spPr/>
    </dgm:pt>
    <dgm:pt modelId="{CCCB032E-ABC2-4943-86DC-F6B5B5EE4FF2}" type="pres">
      <dgm:prSet presAssocID="{0E7D5070-C871-4FB5-963C-3EA7FE88DABC}" presName="compNode" presStyleCnt="0"/>
      <dgm:spPr/>
    </dgm:pt>
    <dgm:pt modelId="{6F9D52A2-43FA-48C6-9DB7-7C7A55497FE5}" type="pres">
      <dgm:prSet presAssocID="{0E7D5070-C871-4FB5-963C-3EA7FE88DAB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9B434717-1DC4-4DAD-AF7D-1D98427ACE7A}" type="pres">
      <dgm:prSet presAssocID="{0E7D5070-C871-4FB5-963C-3EA7FE88DABC}" presName="spaceRect" presStyleCnt="0"/>
      <dgm:spPr/>
    </dgm:pt>
    <dgm:pt modelId="{2FED48D6-3A84-40F9-9185-2FB3E64DC6E9}" type="pres">
      <dgm:prSet presAssocID="{0E7D5070-C871-4FB5-963C-3EA7FE88DAB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D1C4D5C-567D-4EEF-854D-260114E274D7}" srcId="{4FFC3D0C-6229-4FBC-A4A2-2087C6730DB2}" destId="{0E7D5070-C871-4FB5-963C-3EA7FE88DABC}" srcOrd="1" destOrd="0" parTransId="{A8ECEE6E-C6C7-4C79-BE8D-AF01EF342CD6}" sibTransId="{7629F3D7-2340-4EC1-B552-4EFC9D003CD2}"/>
    <dgm:cxn modelId="{50A39A64-87A4-4A6B-952F-73DB45E1023A}" type="presOf" srcId="{4F4EF169-E531-4760-AD12-AB1727CB4436}" destId="{0468FBFF-EBF7-42AB-8F0C-2895AA47DDDF}" srcOrd="0" destOrd="0" presId="urn:microsoft.com/office/officeart/2018/2/layout/IconLabelList"/>
    <dgm:cxn modelId="{6922B0B3-5E2B-48F3-BA40-092FA35ECEE9}" type="presOf" srcId="{0E7D5070-C871-4FB5-963C-3EA7FE88DABC}" destId="{2FED48D6-3A84-40F9-9185-2FB3E64DC6E9}" srcOrd="0" destOrd="0" presId="urn:microsoft.com/office/officeart/2018/2/layout/IconLabelList"/>
    <dgm:cxn modelId="{34E942C7-3577-41D6-9AC7-9C0C89DF4549}" type="presOf" srcId="{4FFC3D0C-6229-4FBC-A4A2-2087C6730DB2}" destId="{E4B7B6FD-B6C3-422D-A396-65AE15D22BF5}" srcOrd="0" destOrd="0" presId="urn:microsoft.com/office/officeart/2018/2/layout/IconLabelList"/>
    <dgm:cxn modelId="{6499C1E3-5660-4C69-87DE-E7A215A490E9}" srcId="{4FFC3D0C-6229-4FBC-A4A2-2087C6730DB2}" destId="{4F4EF169-E531-4760-AD12-AB1727CB4436}" srcOrd="0" destOrd="0" parTransId="{67108774-900C-4766-AD25-D703A3711463}" sibTransId="{5667DA46-1AE4-42B6-99BC-B147428C844B}"/>
    <dgm:cxn modelId="{363D5E71-5EC3-4005-8D21-9F7854010345}" type="presParOf" srcId="{E4B7B6FD-B6C3-422D-A396-65AE15D22BF5}" destId="{7697F3C3-3F6C-45B0-A020-8D1789A631B6}" srcOrd="0" destOrd="0" presId="urn:microsoft.com/office/officeart/2018/2/layout/IconLabelList"/>
    <dgm:cxn modelId="{8F06AB70-6283-4786-ADAD-EDB7DF1C94FA}" type="presParOf" srcId="{7697F3C3-3F6C-45B0-A020-8D1789A631B6}" destId="{3DE2C45D-84A7-41E8-9806-B600DB1C61F4}" srcOrd="0" destOrd="0" presId="urn:microsoft.com/office/officeart/2018/2/layout/IconLabelList"/>
    <dgm:cxn modelId="{E31FE08C-1882-4064-AFF1-656061236D7F}" type="presParOf" srcId="{7697F3C3-3F6C-45B0-A020-8D1789A631B6}" destId="{50BA81AE-7692-4C26-A804-468C04A4C27C}" srcOrd="1" destOrd="0" presId="urn:microsoft.com/office/officeart/2018/2/layout/IconLabelList"/>
    <dgm:cxn modelId="{266F9B4C-042F-47B5-978C-664CEE5D0601}" type="presParOf" srcId="{7697F3C3-3F6C-45B0-A020-8D1789A631B6}" destId="{0468FBFF-EBF7-42AB-8F0C-2895AA47DDDF}" srcOrd="2" destOrd="0" presId="urn:microsoft.com/office/officeart/2018/2/layout/IconLabelList"/>
    <dgm:cxn modelId="{511AD1F4-8D2C-4127-A086-9933A7BFAE72}" type="presParOf" srcId="{E4B7B6FD-B6C3-422D-A396-65AE15D22BF5}" destId="{58A95B0B-83E8-4F41-8535-246EBB429342}" srcOrd="1" destOrd="0" presId="urn:microsoft.com/office/officeart/2018/2/layout/IconLabelList"/>
    <dgm:cxn modelId="{5AC8FACC-9FA6-4050-A5BE-F5410179E0CA}" type="presParOf" srcId="{E4B7B6FD-B6C3-422D-A396-65AE15D22BF5}" destId="{CCCB032E-ABC2-4943-86DC-F6B5B5EE4FF2}" srcOrd="2" destOrd="0" presId="urn:microsoft.com/office/officeart/2018/2/layout/IconLabelList"/>
    <dgm:cxn modelId="{818B7EA2-F389-42A9-9066-501A3D929961}" type="presParOf" srcId="{CCCB032E-ABC2-4943-86DC-F6B5B5EE4FF2}" destId="{6F9D52A2-43FA-48C6-9DB7-7C7A55497FE5}" srcOrd="0" destOrd="0" presId="urn:microsoft.com/office/officeart/2018/2/layout/IconLabelList"/>
    <dgm:cxn modelId="{8E06A303-0E6D-4CD6-844B-32B5890CC798}" type="presParOf" srcId="{CCCB032E-ABC2-4943-86DC-F6B5B5EE4FF2}" destId="{9B434717-1DC4-4DAD-AF7D-1D98427ACE7A}" srcOrd="1" destOrd="0" presId="urn:microsoft.com/office/officeart/2018/2/layout/IconLabelList"/>
    <dgm:cxn modelId="{23FD8A29-1E83-4C9F-B2E3-939D05E5038D}" type="presParOf" srcId="{CCCB032E-ABC2-4943-86DC-F6B5B5EE4FF2}" destId="{2FED48D6-3A84-40F9-9185-2FB3E64DC6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EF3FA6-1B39-4E71-BEE3-39420B032AD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7C225A8-E9F8-4915-9DCE-9975D26298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Prioritize revenue-driving genres for launch:</a:t>
          </a:r>
          <a:br>
            <a:rPr lang="en-US" b="0"/>
          </a:br>
          <a:r>
            <a:rPr lang="en-US" b="0"/>
            <a:t>Focus on Action, Adventure, and Sci-Fi, as these genres consistently lead global box office revenue and show strong international appeal.</a:t>
          </a:r>
        </a:p>
      </dgm:t>
    </dgm:pt>
    <dgm:pt modelId="{F5F46A44-EA5E-46DA-99C8-B76B4DE81943}" type="parTrans" cxnId="{4B2BC615-9AC3-43A0-80B6-A489E01AC4D7}">
      <dgm:prSet/>
      <dgm:spPr/>
      <dgm:t>
        <a:bodyPr/>
        <a:lstStyle/>
        <a:p>
          <a:endParaRPr lang="en-US"/>
        </a:p>
      </dgm:t>
    </dgm:pt>
    <dgm:pt modelId="{71C9CD81-9F19-4CE8-A5EB-8D3AEF69BA93}" type="sibTrans" cxnId="{4B2BC615-9AC3-43A0-80B6-A489E01AC4D7}">
      <dgm:prSet phldrT="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312572-EE3A-4770-9752-0DE0406608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Invest in high-rated genres to build reputation:</a:t>
          </a:r>
          <a:br>
            <a:rPr lang="en-US" b="0"/>
          </a:br>
          <a:r>
            <a:rPr lang="en-US" b="0"/>
            <a:t>Allocate resources to Short, Documentary, Game Show, News, and Biography to drive critical acclaim, audience satisfaction, and brand credibility.</a:t>
          </a:r>
        </a:p>
      </dgm:t>
    </dgm:pt>
    <dgm:pt modelId="{5F2F5FA0-4F73-4DD9-BAAA-EEF3C770FC3E}" type="parTrans" cxnId="{5D00E41B-D235-4949-8F38-27A90E1A3787}">
      <dgm:prSet/>
      <dgm:spPr/>
      <dgm:t>
        <a:bodyPr/>
        <a:lstStyle/>
        <a:p>
          <a:endParaRPr lang="en-US"/>
        </a:p>
      </dgm:t>
    </dgm:pt>
    <dgm:pt modelId="{8D2811BE-D600-4F33-89E3-139FCC84A5F2}" type="sibTrans" cxnId="{5D00E41B-D235-4949-8F38-27A90E1A3787}">
      <dgm:prSet phldrT="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D2EA3E-6242-425D-B5A1-A3D79D6F8C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Reevaluate underperforming genres:</a:t>
          </a:r>
          <a:br>
            <a:rPr lang="en-US" b="0"/>
          </a:br>
          <a:r>
            <a:rPr lang="en-US" b="0"/>
            <a:t>Conduct deeper analysis of Adventure, Animation, and Family to understand gaps in storytelling, marketing, or audience fit before scaling investment</a:t>
          </a:r>
          <a:r>
            <a:rPr lang="en-US"/>
            <a:t>.</a:t>
          </a:r>
        </a:p>
      </dgm:t>
    </dgm:pt>
    <dgm:pt modelId="{BCC4A93A-8300-4E2D-9416-3E52DCF8F754}" type="parTrans" cxnId="{7AFB171A-CB68-479A-AD8E-7F876B38F1AE}">
      <dgm:prSet/>
      <dgm:spPr/>
      <dgm:t>
        <a:bodyPr/>
        <a:lstStyle/>
        <a:p>
          <a:endParaRPr lang="en-US"/>
        </a:p>
      </dgm:t>
    </dgm:pt>
    <dgm:pt modelId="{5D34615A-32BD-4569-A88E-CF76BD0D5687}" type="sibTrans" cxnId="{7AFB171A-CB68-479A-AD8E-7F876B38F1AE}">
      <dgm:prSet phldrT="3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F0B900-75D5-4C9F-A00E-5B757D036B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Adopt a balanced portfolio strategy:</a:t>
          </a:r>
          <a:br>
            <a:rPr lang="en-US" b="0" dirty="0"/>
          </a:br>
          <a:r>
            <a:rPr lang="en-US" b="0" dirty="0"/>
            <a:t>Maintain selective presence in popular commercial genres for box office or streaming traction, while prioritizing high-rated content to establish a strong studio identity</a:t>
          </a:r>
        </a:p>
      </dgm:t>
    </dgm:pt>
    <dgm:pt modelId="{BF95B52E-6C97-4A1C-9073-C32B1163FAFF}" type="parTrans" cxnId="{9BF931B8-424D-43DC-A04B-D85AF7B1E89C}">
      <dgm:prSet/>
      <dgm:spPr/>
      <dgm:t>
        <a:bodyPr/>
        <a:lstStyle/>
        <a:p>
          <a:endParaRPr lang="en-US"/>
        </a:p>
      </dgm:t>
    </dgm:pt>
    <dgm:pt modelId="{E359A90F-66A8-4CF8-AEEA-629ABE2D4254}" type="sibTrans" cxnId="{9BF931B8-424D-43DC-A04B-D85AF7B1E89C}">
      <dgm:prSet phldrT="4"/>
      <dgm:spPr/>
      <dgm:t>
        <a:bodyPr/>
        <a:lstStyle/>
        <a:p>
          <a:endParaRPr lang="en-US"/>
        </a:p>
      </dgm:t>
    </dgm:pt>
    <dgm:pt modelId="{8738DC21-355E-4ED8-A977-23B18B9FB65E}" type="pres">
      <dgm:prSet presAssocID="{24EF3FA6-1B39-4E71-BEE3-39420B032AD7}" presName="root" presStyleCnt="0">
        <dgm:presLayoutVars>
          <dgm:dir/>
          <dgm:resizeHandles val="exact"/>
        </dgm:presLayoutVars>
      </dgm:prSet>
      <dgm:spPr/>
    </dgm:pt>
    <dgm:pt modelId="{2EF1306C-744C-45A2-BD86-99B99917B950}" type="pres">
      <dgm:prSet presAssocID="{24EF3FA6-1B39-4E71-BEE3-39420B032AD7}" presName="container" presStyleCnt="0">
        <dgm:presLayoutVars>
          <dgm:dir/>
          <dgm:resizeHandles val="exact"/>
        </dgm:presLayoutVars>
      </dgm:prSet>
      <dgm:spPr/>
    </dgm:pt>
    <dgm:pt modelId="{0DCF3AFA-6390-4383-96C8-D78A35DAFF14}" type="pres">
      <dgm:prSet presAssocID="{67C225A8-E9F8-4915-9DCE-9975D26298CC}" presName="compNode" presStyleCnt="0"/>
      <dgm:spPr/>
    </dgm:pt>
    <dgm:pt modelId="{52DE77AC-70E2-4FDB-BC91-B8C11349A02B}" type="pres">
      <dgm:prSet presAssocID="{67C225A8-E9F8-4915-9DCE-9975D26298CC}" presName="iconBgRect" presStyleLbl="bgShp" presStyleIdx="0" presStyleCnt="4"/>
      <dgm:spPr/>
    </dgm:pt>
    <dgm:pt modelId="{2371790C-6133-4736-9126-F3BB8E8560DC}" type="pres">
      <dgm:prSet presAssocID="{67C225A8-E9F8-4915-9DCE-9975D26298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633FBFE9-FE94-40CD-9E01-282227836622}" type="pres">
      <dgm:prSet presAssocID="{67C225A8-E9F8-4915-9DCE-9975D26298CC}" presName="spaceRect" presStyleCnt="0"/>
      <dgm:spPr/>
    </dgm:pt>
    <dgm:pt modelId="{3F88CB38-8F3D-4506-9B0C-0164CE59FDFD}" type="pres">
      <dgm:prSet presAssocID="{67C225A8-E9F8-4915-9DCE-9975D26298CC}" presName="textRect" presStyleLbl="revTx" presStyleIdx="0" presStyleCnt="4">
        <dgm:presLayoutVars>
          <dgm:chMax val="1"/>
          <dgm:chPref val="1"/>
        </dgm:presLayoutVars>
      </dgm:prSet>
      <dgm:spPr/>
    </dgm:pt>
    <dgm:pt modelId="{079B55CF-98E1-46BC-9397-A7CCF6A89578}" type="pres">
      <dgm:prSet presAssocID="{71C9CD81-9F19-4CE8-A5EB-8D3AEF69BA93}" presName="sibTrans" presStyleLbl="sibTrans2D1" presStyleIdx="0" presStyleCnt="0"/>
      <dgm:spPr/>
    </dgm:pt>
    <dgm:pt modelId="{96DA6763-BD9A-4A88-AB6A-0FEFC8A546AD}" type="pres">
      <dgm:prSet presAssocID="{74312572-EE3A-4770-9752-0DE040660882}" presName="compNode" presStyleCnt="0"/>
      <dgm:spPr/>
    </dgm:pt>
    <dgm:pt modelId="{B7B62413-D8ED-4E1D-82F3-8AFBA6D3152E}" type="pres">
      <dgm:prSet presAssocID="{74312572-EE3A-4770-9752-0DE040660882}" presName="iconBgRect" presStyleLbl="bgShp" presStyleIdx="1" presStyleCnt="4"/>
      <dgm:spPr/>
    </dgm:pt>
    <dgm:pt modelId="{E294332B-5D28-4E1A-B9C5-5EF98D60F51A}" type="pres">
      <dgm:prSet presAssocID="{74312572-EE3A-4770-9752-0DE0406608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06519D9E-FFB0-448B-90D4-7C94188E2868}" type="pres">
      <dgm:prSet presAssocID="{74312572-EE3A-4770-9752-0DE040660882}" presName="spaceRect" presStyleCnt="0"/>
      <dgm:spPr/>
    </dgm:pt>
    <dgm:pt modelId="{81F7A751-C91A-445C-8272-C41AC3A9DEBE}" type="pres">
      <dgm:prSet presAssocID="{74312572-EE3A-4770-9752-0DE040660882}" presName="textRect" presStyleLbl="revTx" presStyleIdx="1" presStyleCnt="4">
        <dgm:presLayoutVars>
          <dgm:chMax val="1"/>
          <dgm:chPref val="1"/>
        </dgm:presLayoutVars>
      </dgm:prSet>
      <dgm:spPr/>
    </dgm:pt>
    <dgm:pt modelId="{5CDFA43F-42F8-458B-8010-8D16E2FE2480}" type="pres">
      <dgm:prSet presAssocID="{8D2811BE-D600-4F33-89E3-139FCC84A5F2}" presName="sibTrans" presStyleLbl="sibTrans2D1" presStyleIdx="0" presStyleCnt="0"/>
      <dgm:spPr/>
    </dgm:pt>
    <dgm:pt modelId="{3A5B9602-840A-4E4A-B39C-B68130E7CDB5}" type="pres">
      <dgm:prSet presAssocID="{A6D2EA3E-6242-425D-B5A1-A3D79D6F8CC3}" presName="compNode" presStyleCnt="0"/>
      <dgm:spPr/>
    </dgm:pt>
    <dgm:pt modelId="{9E7EEBB5-78B7-43CF-A84B-7282B8D151EF}" type="pres">
      <dgm:prSet presAssocID="{A6D2EA3E-6242-425D-B5A1-A3D79D6F8CC3}" presName="iconBgRect" presStyleLbl="bgShp" presStyleIdx="2" presStyleCnt="4"/>
      <dgm:spPr/>
    </dgm:pt>
    <dgm:pt modelId="{387DDD64-3274-47D9-A51F-8528181B890D}" type="pres">
      <dgm:prSet presAssocID="{A6D2EA3E-6242-425D-B5A1-A3D79D6F8C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529F0F24-5584-4772-B30D-3419A3C52EED}" type="pres">
      <dgm:prSet presAssocID="{A6D2EA3E-6242-425D-B5A1-A3D79D6F8CC3}" presName="spaceRect" presStyleCnt="0"/>
      <dgm:spPr/>
    </dgm:pt>
    <dgm:pt modelId="{058DA941-CF99-4103-A2AE-CE7E8D62F490}" type="pres">
      <dgm:prSet presAssocID="{A6D2EA3E-6242-425D-B5A1-A3D79D6F8CC3}" presName="textRect" presStyleLbl="revTx" presStyleIdx="2" presStyleCnt="4">
        <dgm:presLayoutVars>
          <dgm:chMax val="1"/>
          <dgm:chPref val="1"/>
        </dgm:presLayoutVars>
      </dgm:prSet>
      <dgm:spPr/>
    </dgm:pt>
    <dgm:pt modelId="{51059430-4D03-4084-8F95-30533BC09D73}" type="pres">
      <dgm:prSet presAssocID="{5D34615A-32BD-4569-A88E-CF76BD0D5687}" presName="sibTrans" presStyleLbl="sibTrans2D1" presStyleIdx="0" presStyleCnt="0"/>
      <dgm:spPr/>
    </dgm:pt>
    <dgm:pt modelId="{1C31BA74-0FAF-4961-986B-1B0DFBAC506F}" type="pres">
      <dgm:prSet presAssocID="{9AF0B900-75D5-4C9F-A00E-5B757D036BF1}" presName="compNode" presStyleCnt="0"/>
      <dgm:spPr/>
    </dgm:pt>
    <dgm:pt modelId="{1E0BD975-9B6D-411C-A021-7A48E900327E}" type="pres">
      <dgm:prSet presAssocID="{9AF0B900-75D5-4C9F-A00E-5B757D036BF1}" presName="iconBgRect" presStyleLbl="bgShp" presStyleIdx="3" presStyleCnt="4"/>
      <dgm:spPr/>
    </dgm:pt>
    <dgm:pt modelId="{8E1A70EB-B320-4232-8939-3685AA822327}" type="pres">
      <dgm:prSet presAssocID="{9AF0B900-75D5-4C9F-A00E-5B757D036B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8E0581E5-ECDE-49EB-87A1-AD13EBF58842}" type="pres">
      <dgm:prSet presAssocID="{9AF0B900-75D5-4C9F-A00E-5B757D036BF1}" presName="spaceRect" presStyleCnt="0"/>
      <dgm:spPr/>
    </dgm:pt>
    <dgm:pt modelId="{8B5B2B92-0A73-4E33-B38F-897FBE79D738}" type="pres">
      <dgm:prSet presAssocID="{9AF0B900-75D5-4C9F-A00E-5B757D036B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B2BC615-9AC3-43A0-80B6-A489E01AC4D7}" srcId="{24EF3FA6-1B39-4E71-BEE3-39420B032AD7}" destId="{67C225A8-E9F8-4915-9DCE-9975D26298CC}" srcOrd="0" destOrd="0" parTransId="{F5F46A44-EA5E-46DA-99C8-B76B4DE81943}" sibTransId="{71C9CD81-9F19-4CE8-A5EB-8D3AEF69BA93}"/>
    <dgm:cxn modelId="{7AFB171A-CB68-479A-AD8E-7F876B38F1AE}" srcId="{24EF3FA6-1B39-4E71-BEE3-39420B032AD7}" destId="{A6D2EA3E-6242-425D-B5A1-A3D79D6F8CC3}" srcOrd="2" destOrd="0" parTransId="{BCC4A93A-8300-4E2D-9416-3E52DCF8F754}" sibTransId="{5D34615A-32BD-4569-A88E-CF76BD0D5687}"/>
    <dgm:cxn modelId="{5D00E41B-D235-4949-8F38-27A90E1A3787}" srcId="{24EF3FA6-1B39-4E71-BEE3-39420B032AD7}" destId="{74312572-EE3A-4770-9752-0DE040660882}" srcOrd="1" destOrd="0" parTransId="{5F2F5FA0-4F73-4DD9-BAAA-EEF3C770FC3E}" sibTransId="{8D2811BE-D600-4F33-89E3-139FCC84A5F2}"/>
    <dgm:cxn modelId="{86FEA821-693A-48BC-901C-269D14D88183}" type="presOf" srcId="{67C225A8-E9F8-4915-9DCE-9975D26298CC}" destId="{3F88CB38-8F3D-4506-9B0C-0164CE59FDFD}" srcOrd="0" destOrd="0" presId="urn:microsoft.com/office/officeart/2018/2/layout/IconCircleList"/>
    <dgm:cxn modelId="{1866C32E-AC62-4A06-9283-F518AC1652FD}" type="presOf" srcId="{8D2811BE-D600-4F33-89E3-139FCC84A5F2}" destId="{5CDFA43F-42F8-458B-8010-8D16E2FE2480}" srcOrd="0" destOrd="0" presId="urn:microsoft.com/office/officeart/2018/2/layout/IconCircleList"/>
    <dgm:cxn modelId="{9C5EAA3F-97F5-4DB1-93C1-334BAEFAE711}" type="presOf" srcId="{5D34615A-32BD-4569-A88E-CF76BD0D5687}" destId="{51059430-4D03-4084-8F95-30533BC09D73}" srcOrd="0" destOrd="0" presId="urn:microsoft.com/office/officeart/2018/2/layout/IconCircleList"/>
    <dgm:cxn modelId="{CBB1CF57-1773-4C69-AFF4-EEA3189242C2}" type="presOf" srcId="{A6D2EA3E-6242-425D-B5A1-A3D79D6F8CC3}" destId="{058DA941-CF99-4103-A2AE-CE7E8D62F490}" srcOrd="0" destOrd="0" presId="urn:microsoft.com/office/officeart/2018/2/layout/IconCircleList"/>
    <dgm:cxn modelId="{6AA1567D-0688-472B-8657-FC058FC03F09}" type="presOf" srcId="{9AF0B900-75D5-4C9F-A00E-5B757D036BF1}" destId="{8B5B2B92-0A73-4E33-B38F-897FBE79D738}" srcOrd="0" destOrd="0" presId="urn:microsoft.com/office/officeart/2018/2/layout/IconCircleList"/>
    <dgm:cxn modelId="{048C1893-A4EB-43A1-B875-DB45457D5595}" type="presOf" srcId="{71C9CD81-9F19-4CE8-A5EB-8D3AEF69BA93}" destId="{079B55CF-98E1-46BC-9397-A7CCF6A89578}" srcOrd="0" destOrd="0" presId="urn:microsoft.com/office/officeart/2018/2/layout/IconCircleList"/>
    <dgm:cxn modelId="{F97F9293-1A83-46EE-961E-BAA882454A9D}" type="presOf" srcId="{24EF3FA6-1B39-4E71-BEE3-39420B032AD7}" destId="{8738DC21-355E-4ED8-A977-23B18B9FB65E}" srcOrd="0" destOrd="0" presId="urn:microsoft.com/office/officeart/2018/2/layout/IconCircleList"/>
    <dgm:cxn modelId="{9BF931B8-424D-43DC-A04B-D85AF7B1E89C}" srcId="{24EF3FA6-1B39-4E71-BEE3-39420B032AD7}" destId="{9AF0B900-75D5-4C9F-A00E-5B757D036BF1}" srcOrd="3" destOrd="0" parTransId="{BF95B52E-6C97-4A1C-9073-C32B1163FAFF}" sibTransId="{E359A90F-66A8-4CF8-AEEA-629ABE2D4254}"/>
    <dgm:cxn modelId="{4CC117FE-953E-4C78-B855-70CCF9B3F845}" type="presOf" srcId="{74312572-EE3A-4770-9752-0DE040660882}" destId="{81F7A751-C91A-445C-8272-C41AC3A9DEBE}" srcOrd="0" destOrd="0" presId="urn:microsoft.com/office/officeart/2018/2/layout/IconCircleList"/>
    <dgm:cxn modelId="{E2670338-A0F0-4808-B0DA-7088562FEAAE}" type="presParOf" srcId="{8738DC21-355E-4ED8-A977-23B18B9FB65E}" destId="{2EF1306C-744C-45A2-BD86-99B99917B950}" srcOrd="0" destOrd="0" presId="urn:microsoft.com/office/officeart/2018/2/layout/IconCircleList"/>
    <dgm:cxn modelId="{AB54ABEA-76AC-47E9-B419-EF0489D916E8}" type="presParOf" srcId="{2EF1306C-744C-45A2-BD86-99B99917B950}" destId="{0DCF3AFA-6390-4383-96C8-D78A35DAFF14}" srcOrd="0" destOrd="0" presId="urn:microsoft.com/office/officeart/2018/2/layout/IconCircleList"/>
    <dgm:cxn modelId="{3E97E1D1-7EDB-43CB-B82B-C50C08711CFA}" type="presParOf" srcId="{0DCF3AFA-6390-4383-96C8-D78A35DAFF14}" destId="{52DE77AC-70E2-4FDB-BC91-B8C11349A02B}" srcOrd="0" destOrd="0" presId="urn:microsoft.com/office/officeart/2018/2/layout/IconCircleList"/>
    <dgm:cxn modelId="{69102558-982E-49D5-930D-FA61D05060EB}" type="presParOf" srcId="{0DCF3AFA-6390-4383-96C8-D78A35DAFF14}" destId="{2371790C-6133-4736-9126-F3BB8E8560DC}" srcOrd="1" destOrd="0" presId="urn:microsoft.com/office/officeart/2018/2/layout/IconCircleList"/>
    <dgm:cxn modelId="{EE74DA93-E80F-4EA1-B9E9-5726E120E8BE}" type="presParOf" srcId="{0DCF3AFA-6390-4383-96C8-D78A35DAFF14}" destId="{633FBFE9-FE94-40CD-9E01-282227836622}" srcOrd="2" destOrd="0" presId="urn:microsoft.com/office/officeart/2018/2/layout/IconCircleList"/>
    <dgm:cxn modelId="{EA410982-4FDB-45B5-A704-B4EC9F590CD9}" type="presParOf" srcId="{0DCF3AFA-6390-4383-96C8-D78A35DAFF14}" destId="{3F88CB38-8F3D-4506-9B0C-0164CE59FDFD}" srcOrd="3" destOrd="0" presId="urn:microsoft.com/office/officeart/2018/2/layout/IconCircleList"/>
    <dgm:cxn modelId="{A1DEB539-49D4-4FA5-BF97-0EEE61C80926}" type="presParOf" srcId="{2EF1306C-744C-45A2-BD86-99B99917B950}" destId="{079B55CF-98E1-46BC-9397-A7CCF6A89578}" srcOrd="1" destOrd="0" presId="urn:microsoft.com/office/officeart/2018/2/layout/IconCircleList"/>
    <dgm:cxn modelId="{D6CE01B2-6603-4034-BA65-6EB56EB8D5FE}" type="presParOf" srcId="{2EF1306C-744C-45A2-BD86-99B99917B950}" destId="{96DA6763-BD9A-4A88-AB6A-0FEFC8A546AD}" srcOrd="2" destOrd="0" presId="urn:microsoft.com/office/officeart/2018/2/layout/IconCircleList"/>
    <dgm:cxn modelId="{39D4EDA2-3106-4CB4-BB09-4000C7F4BA2B}" type="presParOf" srcId="{96DA6763-BD9A-4A88-AB6A-0FEFC8A546AD}" destId="{B7B62413-D8ED-4E1D-82F3-8AFBA6D3152E}" srcOrd="0" destOrd="0" presId="urn:microsoft.com/office/officeart/2018/2/layout/IconCircleList"/>
    <dgm:cxn modelId="{0A25B623-A622-44DE-92C3-086EBB028111}" type="presParOf" srcId="{96DA6763-BD9A-4A88-AB6A-0FEFC8A546AD}" destId="{E294332B-5D28-4E1A-B9C5-5EF98D60F51A}" srcOrd="1" destOrd="0" presId="urn:microsoft.com/office/officeart/2018/2/layout/IconCircleList"/>
    <dgm:cxn modelId="{148DE5B2-671D-4F7E-A8D6-A7C0EDE6DC8F}" type="presParOf" srcId="{96DA6763-BD9A-4A88-AB6A-0FEFC8A546AD}" destId="{06519D9E-FFB0-448B-90D4-7C94188E2868}" srcOrd="2" destOrd="0" presId="urn:microsoft.com/office/officeart/2018/2/layout/IconCircleList"/>
    <dgm:cxn modelId="{4C54DDB3-6D60-4D72-8DB6-CA2B052BA8B5}" type="presParOf" srcId="{96DA6763-BD9A-4A88-AB6A-0FEFC8A546AD}" destId="{81F7A751-C91A-445C-8272-C41AC3A9DEBE}" srcOrd="3" destOrd="0" presId="urn:microsoft.com/office/officeart/2018/2/layout/IconCircleList"/>
    <dgm:cxn modelId="{67759A79-2A83-445A-B930-D7AA6149AECC}" type="presParOf" srcId="{2EF1306C-744C-45A2-BD86-99B99917B950}" destId="{5CDFA43F-42F8-458B-8010-8D16E2FE2480}" srcOrd="3" destOrd="0" presId="urn:microsoft.com/office/officeart/2018/2/layout/IconCircleList"/>
    <dgm:cxn modelId="{0A891A57-5C0F-4826-ADB0-F6802C92B41E}" type="presParOf" srcId="{2EF1306C-744C-45A2-BD86-99B99917B950}" destId="{3A5B9602-840A-4E4A-B39C-B68130E7CDB5}" srcOrd="4" destOrd="0" presId="urn:microsoft.com/office/officeart/2018/2/layout/IconCircleList"/>
    <dgm:cxn modelId="{63715852-7A64-4B22-B8C7-F5B372E62BF4}" type="presParOf" srcId="{3A5B9602-840A-4E4A-B39C-B68130E7CDB5}" destId="{9E7EEBB5-78B7-43CF-A84B-7282B8D151EF}" srcOrd="0" destOrd="0" presId="urn:microsoft.com/office/officeart/2018/2/layout/IconCircleList"/>
    <dgm:cxn modelId="{CAC38EC6-8EA8-4EA5-852C-874F088F30F8}" type="presParOf" srcId="{3A5B9602-840A-4E4A-B39C-B68130E7CDB5}" destId="{387DDD64-3274-47D9-A51F-8528181B890D}" srcOrd="1" destOrd="0" presId="urn:microsoft.com/office/officeart/2018/2/layout/IconCircleList"/>
    <dgm:cxn modelId="{82788ED2-7D41-4645-BA0A-02D2A7641E80}" type="presParOf" srcId="{3A5B9602-840A-4E4A-B39C-B68130E7CDB5}" destId="{529F0F24-5584-4772-B30D-3419A3C52EED}" srcOrd="2" destOrd="0" presId="urn:microsoft.com/office/officeart/2018/2/layout/IconCircleList"/>
    <dgm:cxn modelId="{D1F9518C-3BDF-4A7D-9EC4-A5B3AC61DAB8}" type="presParOf" srcId="{3A5B9602-840A-4E4A-B39C-B68130E7CDB5}" destId="{058DA941-CF99-4103-A2AE-CE7E8D62F490}" srcOrd="3" destOrd="0" presId="urn:microsoft.com/office/officeart/2018/2/layout/IconCircleList"/>
    <dgm:cxn modelId="{00DD4726-05E5-4E36-BCB7-651CD0E6A47D}" type="presParOf" srcId="{2EF1306C-744C-45A2-BD86-99B99917B950}" destId="{51059430-4D03-4084-8F95-30533BC09D73}" srcOrd="5" destOrd="0" presId="urn:microsoft.com/office/officeart/2018/2/layout/IconCircleList"/>
    <dgm:cxn modelId="{87D54EE2-2749-4FD7-ACA2-3912D3696FA0}" type="presParOf" srcId="{2EF1306C-744C-45A2-BD86-99B99917B950}" destId="{1C31BA74-0FAF-4961-986B-1B0DFBAC506F}" srcOrd="6" destOrd="0" presId="urn:microsoft.com/office/officeart/2018/2/layout/IconCircleList"/>
    <dgm:cxn modelId="{5829F570-40DB-4C25-9A8B-8A0977E69B5B}" type="presParOf" srcId="{1C31BA74-0FAF-4961-986B-1B0DFBAC506F}" destId="{1E0BD975-9B6D-411C-A021-7A48E900327E}" srcOrd="0" destOrd="0" presId="urn:microsoft.com/office/officeart/2018/2/layout/IconCircleList"/>
    <dgm:cxn modelId="{6A080425-B2DB-45FC-A932-683D221CDFD0}" type="presParOf" srcId="{1C31BA74-0FAF-4961-986B-1B0DFBAC506F}" destId="{8E1A70EB-B320-4232-8939-3685AA822327}" srcOrd="1" destOrd="0" presId="urn:microsoft.com/office/officeart/2018/2/layout/IconCircleList"/>
    <dgm:cxn modelId="{E215A356-47BB-4867-9C79-AE8848157748}" type="presParOf" srcId="{1C31BA74-0FAF-4961-986B-1B0DFBAC506F}" destId="{8E0581E5-ECDE-49EB-87A1-AD13EBF58842}" srcOrd="2" destOrd="0" presId="urn:microsoft.com/office/officeart/2018/2/layout/IconCircleList"/>
    <dgm:cxn modelId="{DC947EC9-D7DD-4E96-99DE-2F2A71B6FAC1}" type="presParOf" srcId="{1C31BA74-0FAF-4961-986B-1B0DFBAC506F}" destId="{8B5B2B92-0A73-4E33-B38F-897FBE79D73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18DEF3E-0392-48B7-B12E-4AEB7AC677D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360185F-8E7F-4129-88DB-B4D745A43E56}">
      <dgm:prSet/>
      <dgm:spPr/>
      <dgm:t>
        <a:bodyPr/>
        <a:lstStyle/>
        <a:p>
          <a:r>
            <a:rPr lang="en-US" i="0" baseline="0"/>
            <a:t>Leverage top domestic performers (BV, P/DW, WB):</a:t>
          </a:r>
          <a:br>
            <a:rPr lang="en-US" i="0" baseline="0"/>
          </a:br>
          <a:r>
            <a:rPr lang="en-US" i="0" baseline="0"/>
            <a:t>Drive stable home-market revenue through sequels, franchises, and targeted domestic marketing.</a:t>
          </a:r>
          <a:endParaRPr lang="en-US"/>
        </a:p>
      </dgm:t>
    </dgm:pt>
    <dgm:pt modelId="{6C89DFA8-F01A-4C0F-ABFC-EEDB3CA896D7}" type="parTrans" cxnId="{15F87C5C-815A-4396-ADCB-98E9EA6DEC4B}">
      <dgm:prSet/>
      <dgm:spPr/>
      <dgm:t>
        <a:bodyPr/>
        <a:lstStyle/>
        <a:p>
          <a:endParaRPr lang="en-US"/>
        </a:p>
      </dgm:t>
    </dgm:pt>
    <dgm:pt modelId="{C64C01E7-8C93-4DCC-820A-B8651B86AA0A}" type="sibTrans" cxnId="{15F87C5C-815A-4396-ADCB-98E9EA6DEC4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E1DE36B-50B9-42D0-8F36-2DD835244E63}">
      <dgm:prSet/>
      <dgm:spPr/>
      <dgm:t>
        <a:bodyPr/>
        <a:lstStyle/>
        <a:p>
          <a:r>
            <a:rPr lang="en-US" i="0" baseline="0"/>
            <a:t>Capitalize on strong foreign performers (HC, P/DW, BV):</a:t>
          </a:r>
          <a:br>
            <a:rPr lang="en-US" i="0" baseline="0"/>
          </a:br>
          <a:r>
            <a:rPr lang="en-US" i="0" baseline="0"/>
            <a:t>Expand international distribution, partnerships, and market-specific content strategies.</a:t>
          </a:r>
          <a:endParaRPr lang="en-US"/>
        </a:p>
      </dgm:t>
    </dgm:pt>
    <dgm:pt modelId="{B1BC4795-B2DC-4B6D-BE03-5BBA2DED3B41}" type="parTrans" cxnId="{BC7A9A3A-460F-44A7-8378-43E198EAF2A9}">
      <dgm:prSet/>
      <dgm:spPr/>
      <dgm:t>
        <a:bodyPr/>
        <a:lstStyle/>
        <a:p>
          <a:endParaRPr lang="en-US"/>
        </a:p>
      </dgm:t>
    </dgm:pt>
    <dgm:pt modelId="{C16E8CD3-27DE-482E-8ABB-9F87B54BBE14}" type="sibTrans" cxnId="{BC7A9A3A-460F-44A7-8378-43E198EAF2A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2BC2808-3146-41F5-852F-5BB620488392}">
      <dgm:prSet/>
      <dgm:spPr/>
      <dgm:t>
        <a:bodyPr/>
        <a:lstStyle/>
        <a:p>
          <a:r>
            <a:rPr lang="en-US" i="0" baseline="0"/>
            <a:t>Align domestic and global strategies:</a:t>
          </a:r>
          <a:br>
            <a:rPr lang="en-US" i="0" baseline="0"/>
          </a:br>
          <a:r>
            <a:rPr lang="en-US" i="0" baseline="0"/>
            <a:t>Prioritize studios with strong performance in both markets (P/DW, BV) to reduce risk and maximize cross-market revenue.</a:t>
          </a:r>
          <a:endParaRPr lang="en-US"/>
        </a:p>
      </dgm:t>
    </dgm:pt>
    <dgm:pt modelId="{8487EEAF-3058-4AEC-A53D-356D96AAFADF}" type="parTrans" cxnId="{027C4B42-FFEF-4B1D-B382-22BAECB4A247}">
      <dgm:prSet/>
      <dgm:spPr/>
      <dgm:t>
        <a:bodyPr/>
        <a:lstStyle/>
        <a:p>
          <a:endParaRPr lang="en-US"/>
        </a:p>
      </dgm:t>
    </dgm:pt>
    <dgm:pt modelId="{E1FA42F1-5405-4D3C-9545-A02E0CE246A4}" type="sibTrans" cxnId="{027C4B42-FFEF-4B1D-B382-22BAECB4A24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33D94DF-E5F8-4EE2-AD69-F815BD5198ED}">
      <dgm:prSet/>
      <dgm:spPr/>
      <dgm:t>
        <a:bodyPr/>
        <a:lstStyle/>
        <a:p>
          <a:r>
            <a:rPr lang="en-US" i="0" baseline="0"/>
            <a:t>Prioritize P/DW projects:</a:t>
          </a:r>
          <a:br>
            <a:rPr lang="en-US" i="0" baseline="0"/>
          </a:br>
          <a:r>
            <a:rPr lang="en-US" i="0" baseline="0"/>
            <a:t>Allocate greater resources to P/DW, leveraging its consistent domestic and international success to maximize total gross revenue and mitigate market volatility</a:t>
          </a:r>
          <a:endParaRPr lang="en-US"/>
        </a:p>
      </dgm:t>
    </dgm:pt>
    <dgm:pt modelId="{830B15C1-2FE0-44D5-AD3E-6891A5C85ACE}" type="parTrans" cxnId="{BFDCA529-FC49-478E-B208-C5560E133B95}">
      <dgm:prSet/>
      <dgm:spPr/>
      <dgm:t>
        <a:bodyPr/>
        <a:lstStyle/>
        <a:p>
          <a:endParaRPr lang="en-US"/>
        </a:p>
      </dgm:t>
    </dgm:pt>
    <dgm:pt modelId="{AF63902A-6D98-43B5-B022-0F4D8E425DDE}" type="sibTrans" cxnId="{BFDCA529-FC49-478E-B208-C5560E133B95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60F9B08-A711-41A1-A90A-B59C3DA025FB}" type="pres">
      <dgm:prSet presAssocID="{F18DEF3E-0392-48B7-B12E-4AEB7AC677D1}" presName="Name0" presStyleCnt="0">
        <dgm:presLayoutVars>
          <dgm:animLvl val="lvl"/>
          <dgm:resizeHandles val="exact"/>
        </dgm:presLayoutVars>
      </dgm:prSet>
      <dgm:spPr/>
    </dgm:pt>
    <dgm:pt modelId="{42E59761-6077-41D1-8325-4B745F48794D}" type="pres">
      <dgm:prSet presAssocID="{A360185F-8E7F-4129-88DB-B4D745A43E56}" presName="compositeNode" presStyleCnt="0">
        <dgm:presLayoutVars>
          <dgm:bulletEnabled val="1"/>
        </dgm:presLayoutVars>
      </dgm:prSet>
      <dgm:spPr/>
    </dgm:pt>
    <dgm:pt modelId="{B73534C4-EFAC-48ED-87F9-1510B369F879}" type="pres">
      <dgm:prSet presAssocID="{A360185F-8E7F-4129-88DB-B4D745A43E56}" presName="bgRect" presStyleLbl="alignNode1" presStyleIdx="0" presStyleCnt="4"/>
      <dgm:spPr/>
    </dgm:pt>
    <dgm:pt modelId="{9C56A57B-B268-4615-B8A0-A4DF224DC0DD}" type="pres">
      <dgm:prSet presAssocID="{C64C01E7-8C93-4DCC-820A-B8651B86AA0A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695E720F-4AD2-46D3-AA4C-50A0E9FA14A2}" type="pres">
      <dgm:prSet presAssocID="{A360185F-8E7F-4129-88DB-B4D745A43E56}" presName="nodeRect" presStyleLbl="alignNode1" presStyleIdx="0" presStyleCnt="4">
        <dgm:presLayoutVars>
          <dgm:bulletEnabled val="1"/>
        </dgm:presLayoutVars>
      </dgm:prSet>
      <dgm:spPr/>
    </dgm:pt>
    <dgm:pt modelId="{9F9EAD1E-8283-4399-8940-7EFD62349C01}" type="pres">
      <dgm:prSet presAssocID="{C64C01E7-8C93-4DCC-820A-B8651B86AA0A}" presName="sibTrans" presStyleCnt="0"/>
      <dgm:spPr/>
    </dgm:pt>
    <dgm:pt modelId="{FF501519-375F-4CF7-AC9B-8A95EF4D358B}" type="pres">
      <dgm:prSet presAssocID="{2E1DE36B-50B9-42D0-8F36-2DD835244E63}" presName="compositeNode" presStyleCnt="0">
        <dgm:presLayoutVars>
          <dgm:bulletEnabled val="1"/>
        </dgm:presLayoutVars>
      </dgm:prSet>
      <dgm:spPr/>
    </dgm:pt>
    <dgm:pt modelId="{80E4020B-8B76-4D0A-9FF6-2CA4D0455DCF}" type="pres">
      <dgm:prSet presAssocID="{2E1DE36B-50B9-42D0-8F36-2DD835244E63}" presName="bgRect" presStyleLbl="alignNode1" presStyleIdx="1" presStyleCnt="4"/>
      <dgm:spPr/>
    </dgm:pt>
    <dgm:pt modelId="{70367039-8A1C-4410-A855-4AD438F28AE5}" type="pres">
      <dgm:prSet presAssocID="{C16E8CD3-27DE-482E-8ABB-9F87B54BBE14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7EBB1AE2-BC35-4C45-8A57-D9FF7378C6CC}" type="pres">
      <dgm:prSet presAssocID="{2E1DE36B-50B9-42D0-8F36-2DD835244E63}" presName="nodeRect" presStyleLbl="alignNode1" presStyleIdx="1" presStyleCnt="4">
        <dgm:presLayoutVars>
          <dgm:bulletEnabled val="1"/>
        </dgm:presLayoutVars>
      </dgm:prSet>
      <dgm:spPr/>
    </dgm:pt>
    <dgm:pt modelId="{A3F1478B-50C5-4E3A-B892-EC66AFDD4C3C}" type="pres">
      <dgm:prSet presAssocID="{C16E8CD3-27DE-482E-8ABB-9F87B54BBE14}" presName="sibTrans" presStyleCnt="0"/>
      <dgm:spPr/>
    </dgm:pt>
    <dgm:pt modelId="{C47D1873-D82E-4F9F-961A-9B3E9E05CD80}" type="pres">
      <dgm:prSet presAssocID="{12BC2808-3146-41F5-852F-5BB620488392}" presName="compositeNode" presStyleCnt="0">
        <dgm:presLayoutVars>
          <dgm:bulletEnabled val="1"/>
        </dgm:presLayoutVars>
      </dgm:prSet>
      <dgm:spPr/>
    </dgm:pt>
    <dgm:pt modelId="{7F76373A-6F99-44A1-A749-5197CEE75B42}" type="pres">
      <dgm:prSet presAssocID="{12BC2808-3146-41F5-852F-5BB620488392}" presName="bgRect" presStyleLbl="alignNode1" presStyleIdx="2" presStyleCnt="4"/>
      <dgm:spPr/>
    </dgm:pt>
    <dgm:pt modelId="{354854E0-106D-454B-90AF-9CF99E3FF712}" type="pres">
      <dgm:prSet presAssocID="{E1FA42F1-5405-4D3C-9545-A02E0CE246A4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7FF2B289-E654-4236-ACC1-BC169D17718D}" type="pres">
      <dgm:prSet presAssocID="{12BC2808-3146-41F5-852F-5BB620488392}" presName="nodeRect" presStyleLbl="alignNode1" presStyleIdx="2" presStyleCnt="4">
        <dgm:presLayoutVars>
          <dgm:bulletEnabled val="1"/>
        </dgm:presLayoutVars>
      </dgm:prSet>
      <dgm:spPr/>
    </dgm:pt>
    <dgm:pt modelId="{1F2220FA-9C8C-40C3-B3DF-3C34DECF7C46}" type="pres">
      <dgm:prSet presAssocID="{E1FA42F1-5405-4D3C-9545-A02E0CE246A4}" presName="sibTrans" presStyleCnt="0"/>
      <dgm:spPr/>
    </dgm:pt>
    <dgm:pt modelId="{734149A9-6730-48AF-AE2F-93BE00D60EAF}" type="pres">
      <dgm:prSet presAssocID="{533D94DF-E5F8-4EE2-AD69-F815BD5198ED}" presName="compositeNode" presStyleCnt="0">
        <dgm:presLayoutVars>
          <dgm:bulletEnabled val="1"/>
        </dgm:presLayoutVars>
      </dgm:prSet>
      <dgm:spPr/>
    </dgm:pt>
    <dgm:pt modelId="{D3BB025C-98A2-482F-A29F-D00997F8C802}" type="pres">
      <dgm:prSet presAssocID="{533D94DF-E5F8-4EE2-AD69-F815BD5198ED}" presName="bgRect" presStyleLbl="alignNode1" presStyleIdx="3" presStyleCnt="4"/>
      <dgm:spPr/>
    </dgm:pt>
    <dgm:pt modelId="{1CE3EC72-2916-44DB-A89E-D825051BB8C5}" type="pres">
      <dgm:prSet presAssocID="{AF63902A-6D98-43B5-B022-0F4D8E425DDE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725FB5B4-A367-4897-B5F8-47BE40C9B8B1}" type="pres">
      <dgm:prSet presAssocID="{533D94DF-E5F8-4EE2-AD69-F815BD5198E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553650F-87DB-4FD5-ACB0-D56E7F0FC649}" type="presOf" srcId="{F18DEF3E-0392-48B7-B12E-4AEB7AC677D1}" destId="{760F9B08-A711-41A1-A90A-B59C3DA025FB}" srcOrd="0" destOrd="0" presId="urn:microsoft.com/office/officeart/2016/7/layout/LinearBlockProcessNumbered"/>
    <dgm:cxn modelId="{BFDCA529-FC49-478E-B208-C5560E133B95}" srcId="{F18DEF3E-0392-48B7-B12E-4AEB7AC677D1}" destId="{533D94DF-E5F8-4EE2-AD69-F815BD5198ED}" srcOrd="3" destOrd="0" parTransId="{830B15C1-2FE0-44D5-AD3E-6891A5C85ACE}" sibTransId="{AF63902A-6D98-43B5-B022-0F4D8E425DDE}"/>
    <dgm:cxn modelId="{BC7A9A3A-460F-44A7-8378-43E198EAF2A9}" srcId="{F18DEF3E-0392-48B7-B12E-4AEB7AC677D1}" destId="{2E1DE36B-50B9-42D0-8F36-2DD835244E63}" srcOrd="1" destOrd="0" parTransId="{B1BC4795-B2DC-4B6D-BE03-5BBA2DED3B41}" sibTransId="{C16E8CD3-27DE-482E-8ABB-9F87B54BBE14}"/>
    <dgm:cxn modelId="{D442FD3A-29B9-4C2F-9018-12A265C5083F}" type="presOf" srcId="{E1FA42F1-5405-4D3C-9545-A02E0CE246A4}" destId="{354854E0-106D-454B-90AF-9CF99E3FF712}" srcOrd="0" destOrd="0" presId="urn:microsoft.com/office/officeart/2016/7/layout/LinearBlockProcessNumbered"/>
    <dgm:cxn modelId="{15F87C5C-815A-4396-ADCB-98E9EA6DEC4B}" srcId="{F18DEF3E-0392-48B7-B12E-4AEB7AC677D1}" destId="{A360185F-8E7F-4129-88DB-B4D745A43E56}" srcOrd="0" destOrd="0" parTransId="{6C89DFA8-F01A-4C0F-ABFC-EEDB3CA896D7}" sibTransId="{C64C01E7-8C93-4DCC-820A-B8651B86AA0A}"/>
    <dgm:cxn modelId="{027C4B42-FFEF-4B1D-B382-22BAECB4A247}" srcId="{F18DEF3E-0392-48B7-B12E-4AEB7AC677D1}" destId="{12BC2808-3146-41F5-852F-5BB620488392}" srcOrd="2" destOrd="0" parTransId="{8487EEAF-3058-4AEC-A53D-356D96AAFADF}" sibTransId="{E1FA42F1-5405-4D3C-9545-A02E0CE246A4}"/>
    <dgm:cxn modelId="{15B82344-061B-4BF5-ADCD-2A39E9A16975}" type="presOf" srcId="{AF63902A-6D98-43B5-B022-0F4D8E425DDE}" destId="{1CE3EC72-2916-44DB-A89E-D825051BB8C5}" srcOrd="0" destOrd="0" presId="urn:microsoft.com/office/officeart/2016/7/layout/LinearBlockProcessNumbered"/>
    <dgm:cxn modelId="{18606767-5787-40EC-BE08-6874D257B987}" type="presOf" srcId="{C16E8CD3-27DE-482E-8ABB-9F87B54BBE14}" destId="{70367039-8A1C-4410-A855-4AD438F28AE5}" srcOrd="0" destOrd="0" presId="urn:microsoft.com/office/officeart/2016/7/layout/LinearBlockProcessNumbered"/>
    <dgm:cxn modelId="{836C9B52-2072-4BBF-A040-0875B44A4001}" type="presOf" srcId="{12BC2808-3146-41F5-852F-5BB620488392}" destId="{7F76373A-6F99-44A1-A749-5197CEE75B42}" srcOrd="0" destOrd="0" presId="urn:microsoft.com/office/officeart/2016/7/layout/LinearBlockProcessNumbered"/>
    <dgm:cxn modelId="{AB0F8A55-A637-43C9-AB52-D0C9D1D94589}" type="presOf" srcId="{A360185F-8E7F-4129-88DB-B4D745A43E56}" destId="{B73534C4-EFAC-48ED-87F9-1510B369F879}" srcOrd="0" destOrd="0" presId="urn:microsoft.com/office/officeart/2016/7/layout/LinearBlockProcessNumbered"/>
    <dgm:cxn modelId="{5886098B-2EFD-4218-A1B4-EE6C00157796}" type="presOf" srcId="{C64C01E7-8C93-4DCC-820A-B8651B86AA0A}" destId="{9C56A57B-B268-4615-B8A0-A4DF224DC0DD}" srcOrd="0" destOrd="0" presId="urn:microsoft.com/office/officeart/2016/7/layout/LinearBlockProcessNumbered"/>
    <dgm:cxn modelId="{5EF7A3B2-9ADF-4077-B1BB-B8C07C8FAB55}" type="presOf" srcId="{12BC2808-3146-41F5-852F-5BB620488392}" destId="{7FF2B289-E654-4236-ACC1-BC169D17718D}" srcOrd="1" destOrd="0" presId="urn:microsoft.com/office/officeart/2016/7/layout/LinearBlockProcessNumbered"/>
    <dgm:cxn modelId="{DC752EB8-539C-44BA-A1E6-40E3A0CCA74D}" type="presOf" srcId="{2E1DE36B-50B9-42D0-8F36-2DD835244E63}" destId="{7EBB1AE2-BC35-4C45-8A57-D9FF7378C6CC}" srcOrd="1" destOrd="0" presId="urn:microsoft.com/office/officeart/2016/7/layout/LinearBlockProcessNumbered"/>
    <dgm:cxn modelId="{D90A43BB-5F42-4FD4-A0A2-3BD43F8D3E66}" type="presOf" srcId="{A360185F-8E7F-4129-88DB-B4D745A43E56}" destId="{695E720F-4AD2-46D3-AA4C-50A0E9FA14A2}" srcOrd="1" destOrd="0" presId="urn:microsoft.com/office/officeart/2016/7/layout/LinearBlockProcessNumbered"/>
    <dgm:cxn modelId="{B9CCBFC2-05EC-42AE-AC4A-5DEE0B5682EF}" type="presOf" srcId="{2E1DE36B-50B9-42D0-8F36-2DD835244E63}" destId="{80E4020B-8B76-4D0A-9FF6-2CA4D0455DCF}" srcOrd="0" destOrd="0" presId="urn:microsoft.com/office/officeart/2016/7/layout/LinearBlockProcessNumbered"/>
    <dgm:cxn modelId="{712058DD-94F9-47D9-B67E-C818D8C3D9CC}" type="presOf" srcId="{533D94DF-E5F8-4EE2-AD69-F815BD5198ED}" destId="{725FB5B4-A367-4897-B5F8-47BE40C9B8B1}" srcOrd="1" destOrd="0" presId="urn:microsoft.com/office/officeart/2016/7/layout/LinearBlockProcessNumbered"/>
    <dgm:cxn modelId="{C81CEAF8-A39E-476E-9037-95C49C0F63DA}" type="presOf" srcId="{533D94DF-E5F8-4EE2-AD69-F815BD5198ED}" destId="{D3BB025C-98A2-482F-A29F-D00997F8C802}" srcOrd="0" destOrd="0" presId="urn:microsoft.com/office/officeart/2016/7/layout/LinearBlockProcessNumbered"/>
    <dgm:cxn modelId="{1631A8F1-E5DC-4E64-9209-69FD2D14BBB9}" type="presParOf" srcId="{760F9B08-A711-41A1-A90A-B59C3DA025FB}" destId="{42E59761-6077-41D1-8325-4B745F48794D}" srcOrd="0" destOrd="0" presId="urn:microsoft.com/office/officeart/2016/7/layout/LinearBlockProcessNumbered"/>
    <dgm:cxn modelId="{9093B601-BC26-4655-80E9-9409BA7CD222}" type="presParOf" srcId="{42E59761-6077-41D1-8325-4B745F48794D}" destId="{B73534C4-EFAC-48ED-87F9-1510B369F879}" srcOrd="0" destOrd="0" presId="urn:microsoft.com/office/officeart/2016/7/layout/LinearBlockProcessNumbered"/>
    <dgm:cxn modelId="{F95C3A69-057B-4F2A-AD3D-919C2ABB9929}" type="presParOf" srcId="{42E59761-6077-41D1-8325-4B745F48794D}" destId="{9C56A57B-B268-4615-B8A0-A4DF224DC0DD}" srcOrd="1" destOrd="0" presId="urn:microsoft.com/office/officeart/2016/7/layout/LinearBlockProcessNumbered"/>
    <dgm:cxn modelId="{ACF6B87C-92A5-4E45-878F-1EF2F43579FE}" type="presParOf" srcId="{42E59761-6077-41D1-8325-4B745F48794D}" destId="{695E720F-4AD2-46D3-AA4C-50A0E9FA14A2}" srcOrd="2" destOrd="0" presId="urn:microsoft.com/office/officeart/2016/7/layout/LinearBlockProcessNumbered"/>
    <dgm:cxn modelId="{99A9750B-805A-43EF-A7E1-342D3C332957}" type="presParOf" srcId="{760F9B08-A711-41A1-A90A-B59C3DA025FB}" destId="{9F9EAD1E-8283-4399-8940-7EFD62349C01}" srcOrd="1" destOrd="0" presId="urn:microsoft.com/office/officeart/2016/7/layout/LinearBlockProcessNumbered"/>
    <dgm:cxn modelId="{345A4150-770E-4D17-8B0F-A94867146B14}" type="presParOf" srcId="{760F9B08-A711-41A1-A90A-B59C3DA025FB}" destId="{FF501519-375F-4CF7-AC9B-8A95EF4D358B}" srcOrd="2" destOrd="0" presId="urn:microsoft.com/office/officeart/2016/7/layout/LinearBlockProcessNumbered"/>
    <dgm:cxn modelId="{6BCA02FF-B4CA-4D5F-9C3F-E3457EAA4104}" type="presParOf" srcId="{FF501519-375F-4CF7-AC9B-8A95EF4D358B}" destId="{80E4020B-8B76-4D0A-9FF6-2CA4D0455DCF}" srcOrd="0" destOrd="0" presId="urn:microsoft.com/office/officeart/2016/7/layout/LinearBlockProcessNumbered"/>
    <dgm:cxn modelId="{7FDF1DBA-61B4-4B22-A9B8-2892E2327C98}" type="presParOf" srcId="{FF501519-375F-4CF7-AC9B-8A95EF4D358B}" destId="{70367039-8A1C-4410-A855-4AD438F28AE5}" srcOrd="1" destOrd="0" presId="urn:microsoft.com/office/officeart/2016/7/layout/LinearBlockProcessNumbered"/>
    <dgm:cxn modelId="{375578FA-9157-4167-9F7C-AA51D4A18A94}" type="presParOf" srcId="{FF501519-375F-4CF7-AC9B-8A95EF4D358B}" destId="{7EBB1AE2-BC35-4C45-8A57-D9FF7378C6CC}" srcOrd="2" destOrd="0" presId="urn:microsoft.com/office/officeart/2016/7/layout/LinearBlockProcessNumbered"/>
    <dgm:cxn modelId="{F8CB7D2C-2FFE-4214-BB31-8903B0396F29}" type="presParOf" srcId="{760F9B08-A711-41A1-A90A-B59C3DA025FB}" destId="{A3F1478B-50C5-4E3A-B892-EC66AFDD4C3C}" srcOrd="3" destOrd="0" presId="urn:microsoft.com/office/officeart/2016/7/layout/LinearBlockProcessNumbered"/>
    <dgm:cxn modelId="{2964B1A8-9860-4DAE-AB31-EF6CB96DCA4A}" type="presParOf" srcId="{760F9B08-A711-41A1-A90A-B59C3DA025FB}" destId="{C47D1873-D82E-4F9F-961A-9B3E9E05CD80}" srcOrd="4" destOrd="0" presId="urn:microsoft.com/office/officeart/2016/7/layout/LinearBlockProcessNumbered"/>
    <dgm:cxn modelId="{CEF6A02E-0796-4A75-9E7A-17EE6DB830C7}" type="presParOf" srcId="{C47D1873-D82E-4F9F-961A-9B3E9E05CD80}" destId="{7F76373A-6F99-44A1-A749-5197CEE75B42}" srcOrd="0" destOrd="0" presId="urn:microsoft.com/office/officeart/2016/7/layout/LinearBlockProcessNumbered"/>
    <dgm:cxn modelId="{4232B919-55BF-4007-B0C5-B9A3EB3E3A22}" type="presParOf" srcId="{C47D1873-D82E-4F9F-961A-9B3E9E05CD80}" destId="{354854E0-106D-454B-90AF-9CF99E3FF712}" srcOrd="1" destOrd="0" presId="urn:microsoft.com/office/officeart/2016/7/layout/LinearBlockProcessNumbered"/>
    <dgm:cxn modelId="{E31D7686-F117-435F-A258-9058F8AA29C5}" type="presParOf" srcId="{C47D1873-D82E-4F9F-961A-9B3E9E05CD80}" destId="{7FF2B289-E654-4236-ACC1-BC169D17718D}" srcOrd="2" destOrd="0" presId="urn:microsoft.com/office/officeart/2016/7/layout/LinearBlockProcessNumbered"/>
    <dgm:cxn modelId="{22888EB8-D1C5-4C30-8C10-04A802C582F6}" type="presParOf" srcId="{760F9B08-A711-41A1-A90A-B59C3DA025FB}" destId="{1F2220FA-9C8C-40C3-B3DF-3C34DECF7C46}" srcOrd="5" destOrd="0" presId="urn:microsoft.com/office/officeart/2016/7/layout/LinearBlockProcessNumbered"/>
    <dgm:cxn modelId="{32180D7D-9F9D-4E66-89CE-1474A11E4101}" type="presParOf" srcId="{760F9B08-A711-41A1-A90A-B59C3DA025FB}" destId="{734149A9-6730-48AF-AE2F-93BE00D60EAF}" srcOrd="6" destOrd="0" presId="urn:microsoft.com/office/officeart/2016/7/layout/LinearBlockProcessNumbered"/>
    <dgm:cxn modelId="{0760DB0A-07F2-4200-BF9C-C4DCBE619F20}" type="presParOf" srcId="{734149A9-6730-48AF-AE2F-93BE00D60EAF}" destId="{D3BB025C-98A2-482F-A29F-D00997F8C802}" srcOrd="0" destOrd="0" presId="urn:microsoft.com/office/officeart/2016/7/layout/LinearBlockProcessNumbered"/>
    <dgm:cxn modelId="{648A8531-5CBB-4980-9FB0-A553835FDDA4}" type="presParOf" srcId="{734149A9-6730-48AF-AE2F-93BE00D60EAF}" destId="{1CE3EC72-2916-44DB-A89E-D825051BB8C5}" srcOrd="1" destOrd="0" presId="urn:microsoft.com/office/officeart/2016/7/layout/LinearBlockProcessNumbered"/>
    <dgm:cxn modelId="{BAC779F6-94C6-4473-92BC-E02698F869DE}" type="presParOf" srcId="{734149A9-6730-48AF-AE2F-93BE00D60EAF}" destId="{725FB5B4-A367-4897-B5F8-47BE40C9B8B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EE7E383-1B0D-4E97-AD43-F953B749511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5E77762-C5E5-4EEB-9A60-A77D87852B07}">
      <dgm:prSet/>
      <dgm:spPr/>
      <dgm:t>
        <a:bodyPr/>
        <a:lstStyle/>
        <a:p>
          <a:r>
            <a:rPr lang="en-GB" b="1"/>
            <a:t>Invest in high-visibility projects:</a:t>
          </a:r>
          <a:br>
            <a:rPr lang="en-GB"/>
          </a:br>
          <a:r>
            <a:rPr lang="en-GB"/>
            <a:t>Prioritize films likely to attract large audiences, as higher engagement correlates with better ratings.</a:t>
          </a:r>
          <a:endParaRPr lang="en-US"/>
        </a:p>
      </dgm:t>
    </dgm:pt>
    <dgm:pt modelId="{FFB8D974-29F0-4139-9B75-D0518FA37993}" type="parTrans" cxnId="{E21E02AA-6A48-4CF1-90E2-E967359AA0C5}">
      <dgm:prSet/>
      <dgm:spPr/>
      <dgm:t>
        <a:bodyPr/>
        <a:lstStyle/>
        <a:p>
          <a:endParaRPr lang="en-US"/>
        </a:p>
      </dgm:t>
    </dgm:pt>
    <dgm:pt modelId="{70A31342-1727-476D-8EA2-C347E1FD1D0C}" type="sibTrans" cxnId="{E21E02AA-6A48-4CF1-90E2-E967359AA0C5}">
      <dgm:prSet/>
      <dgm:spPr/>
      <dgm:t>
        <a:bodyPr/>
        <a:lstStyle/>
        <a:p>
          <a:endParaRPr lang="en-US"/>
        </a:p>
      </dgm:t>
    </dgm:pt>
    <dgm:pt modelId="{C7D73830-9C62-446E-B5C0-EB39C893844B}">
      <dgm:prSet/>
      <dgm:spPr/>
      <dgm:t>
        <a:bodyPr/>
        <a:lstStyle/>
        <a:p>
          <a:r>
            <a:rPr lang="en-GB" b="1"/>
            <a:t>Encourage audience participation:</a:t>
          </a:r>
          <a:br>
            <a:rPr lang="en-GB"/>
          </a:br>
          <a:r>
            <a:rPr lang="en-GB"/>
            <a:t>Promote campaigns or platforms that drive votes and reviews to boost perceived movie quality.</a:t>
          </a:r>
          <a:endParaRPr lang="en-US"/>
        </a:p>
      </dgm:t>
    </dgm:pt>
    <dgm:pt modelId="{1E84059B-0D71-418D-82A1-1CD6F233FF1B}" type="parTrans" cxnId="{9052C607-3EBA-4E89-B472-865CDF3ACBE4}">
      <dgm:prSet/>
      <dgm:spPr/>
      <dgm:t>
        <a:bodyPr/>
        <a:lstStyle/>
        <a:p>
          <a:endParaRPr lang="en-US"/>
        </a:p>
      </dgm:t>
    </dgm:pt>
    <dgm:pt modelId="{C85F1D47-48B1-4B71-8F59-6F81B8DD7B55}" type="sibTrans" cxnId="{9052C607-3EBA-4E89-B472-865CDF3ACBE4}">
      <dgm:prSet/>
      <dgm:spPr/>
      <dgm:t>
        <a:bodyPr/>
        <a:lstStyle/>
        <a:p>
          <a:endParaRPr lang="en-US"/>
        </a:p>
      </dgm:t>
    </dgm:pt>
    <dgm:pt modelId="{E6D51C72-F022-4196-925F-54CB7ED13A25}">
      <dgm:prSet/>
      <dgm:spPr/>
      <dgm:t>
        <a:bodyPr/>
        <a:lstStyle/>
        <a:p>
          <a:r>
            <a:rPr lang="en-GB" b="1"/>
            <a:t>Analyze 2018 spike drivers:</a:t>
          </a:r>
          <a:br>
            <a:rPr lang="en-GB"/>
          </a:br>
          <a:r>
            <a:rPr lang="en-GB"/>
            <a:t>Investigate factors behind the sudden rise in 2018—genre, marketing, cast, or release strategy—and replicate successful elements in future releases.</a:t>
          </a:r>
          <a:endParaRPr lang="en-US"/>
        </a:p>
      </dgm:t>
    </dgm:pt>
    <dgm:pt modelId="{5178AB3D-84A8-4BE1-8BB1-BD6BC87C445F}" type="parTrans" cxnId="{D0C9BF65-68F2-4550-BC76-5C3808C6F034}">
      <dgm:prSet/>
      <dgm:spPr/>
      <dgm:t>
        <a:bodyPr/>
        <a:lstStyle/>
        <a:p>
          <a:endParaRPr lang="en-US"/>
        </a:p>
      </dgm:t>
    </dgm:pt>
    <dgm:pt modelId="{119AE9AB-E483-4BFD-877F-46F0E7CAB1DC}" type="sibTrans" cxnId="{D0C9BF65-68F2-4550-BC76-5C3808C6F034}">
      <dgm:prSet/>
      <dgm:spPr/>
      <dgm:t>
        <a:bodyPr/>
        <a:lstStyle/>
        <a:p>
          <a:endParaRPr lang="en-US"/>
        </a:p>
      </dgm:t>
    </dgm:pt>
    <dgm:pt modelId="{44913B90-A19E-44AE-AAB2-E95B33845C1D}" type="pres">
      <dgm:prSet presAssocID="{8EE7E383-1B0D-4E97-AD43-F953B7495111}" presName="root" presStyleCnt="0">
        <dgm:presLayoutVars>
          <dgm:dir/>
          <dgm:resizeHandles val="exact"/>
        </dgm:presLayoutVars>
      </dgm:prSet>
      <dgm:spPr/>
    </dgm:pt>
    <dgm:pt modelId="{4D2D8FFD-68FD-4FFD-8141-ED4C6429F821}" type="pres">
      <dgm:prSet presAssocID="{8EE7E383-1B0D-4E97-AD43-F953B7495111}" presName="container" presStyleCnt="0">
        <dgm:presLayoutVars>
          <dgm:dir/>
          <dgm:resizeHandles val="exact"/>
        </dgm:presLayoutVars>
      </dgm:prSet>
      <dgm:spPr/>
    </dgm:pt>
    <dgm:pt modelId="{1711E50C-AB29-443C-8435-F7A158F81B72}" type="pres">
      <dgm:prSet presAssocID="{15E77762-C5E5-4EEB-9A60-A77D87852B07}" presName="compNode" presStyleCnt="0"/>
      <dgm:spPr/>
    </dgm:pt>
    <dgm:pt modelId="{1B17D160-212E-4F65-A4C2-E57AF88E4676}" type="pres">
      <dgm:prSet presAssocID="{15E77762-C5E5-4EEB-9A60-A77D87852B07}" presName="iconBgRect" presStyleLbl="bgShp" presStyleIdx="0" presStyleCnt="3"/>
      <dgm:spPr/>
    </dgm:pt>
    <dgm:pt modelId="{B6078B03-9205-4B57-8AE5-3F5D8EACA5F7}" type="pres">
      <dgm:prSet presAssocID="{15E77762-C5E5-4EEB-9A60-A77D87852B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0938B019-22F7-4504-A208-6B0E198783EC}" type="pres">
      <dgm:prSet presAssocID="{15E77762-C5E5-4EEB-9A60-A77D87852B07}" presName="spaceRect" presStyleCnt="0"/>
      <dgm:spPr/>
    </dgm:pt>
    <dgm:pt modelId="{9990FC78-D8BB-4BBC-9777-D9E3149CAD4E}" type="pres">
      <dgm:prSet presAssocID="{15E77762-C5E5-4EEB-9A60-A77D87852B07}" presName="textRect" presStyleLbl="revTx" presStyleIdx="0" presStyleCnt="3">
        <dgm:presLayoutVars>
          <dgm:chMax val="1"/>
          <dgm:chPref val="1"/>
        </dgm:presLayoutVars>
      </dgm:prSet>
      <dgm:spPr/>
    </dgm:pt>
    <dgm:pt modelId="{DC9AB0CF-AA75-4AD5-ABED-6A17A0CB3BA5}" type="pres">
      <dgm:prSet presAssocID="{70A31342-1727-476D-8EA2-C347E1FD1D0C}" presName="sibTrans" presStyleLbl="sibTrans2D1" presStyleIdx="0" presStyleCnt="0"/>
      <dgm:spPr/>
    </dgm:pt>
    <dgm:pt modelId="{4B3E9686-3594-4633-A333-501414BD5BD9}" type="pres">
      <dgm:prSet presAssocID="{C7D73830-9C62-446E-B5C0-EB39C893844B}" presName="compNode" presStyleCnt="0"/>
      <dgm:spPr/>
    </dgm:pt>
    <dgm:pt modelId="{C890A6C6-1EA4-4C5B-9891-9352DB5FDC58}" type="pres">
      <dgm:prSet presAssocID="{C7D73830-9C62-446E-B5C0-EB39C893844B}" presName="iconBgRect" presStyleLbl="bgShp" presStyleIdx="1" presStyleCnt="3"/>
      <dgm:spPr/>
    </dgm:pt>
    <dgm:pt modelId="{8851FB58-D3B8-4B85-A5BF-3D32CBAC96E9}" type="pres">
      <dgm:prSet presAssocID="{C7D73830-9C62-446E-B5C0-EB39C89384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36F7EAEA-580E-46C9-BBE0-74124659A80F}" type="pres">
      <dgm:prSet presAssocID="{C7D73830-9C62-446E-B5C0-EB39C893844B}" presName="spaceRect" presStyleCnt="0"/>
      <dgm:spPr/>
    </dgm:pt>
    <dgm:pt modelId="{2EA3C417-21BD-4C65-AC73-467E4CA134E4}" type="pres">
      <dgm:prSet presAssocID="{C7D73830-9C62-446E-B5C0-EB39C893844B}" presName="textRect" presStyleLbl="revTx" presStyleIdx="1" presStyleCnt="3">
        <dgm:presLayoutVars>
          <dgm:chMax val="1"/>
          <dgm:chPref val="1"/>
        </dgm:presLayoutVars>
      </dgm:prSet>
      <dgm:spPr/>
    </dgm:pt>
    <dgm:pt modelId="{53A366DB-686F-4FC8-9EB7-960ED402ADDA}" type="pres">
      <dgm:prSet presAssocID="{C85F1D47-48B1-4B71-8F59-6F81B8DD7B55}" presName="sibTrans" presStyleLbl="sibTrans2D1" presStyleIdx="0" presStyleCnt="0"/>
      <dgm:spPr/>
    </dgm:pt>
    <dgm:pt modelId="{95691CDB-438D-443E-B689-7C059DC7F386}" type="pres">
      <dgm:prSet presAssocID="{E6D51C72-F022-4196-925F-54CB7ED13A25}" presName="compNode" presStyleCnt="0"/>
      <dgm:spPr/>
    </dgm:pt>
    <dgm:pt modelId="{0115B50F-EB1D-4E92-8C15-29A6DC06E3DF}" type="pres">
      <dgm:prSet presAssocID="{E6D51C72-F022-4196-925F-54CB7ED13A25}" presName="iconBgRect" presStyleLbl="bgShp" presStyleIdx="2" presStyleCnt="3"/>
      <dgm:spPr/>
    </dgm:pt>
    <dgm:pt modelId="{DC72740A-3D4D-4F9D-97D6-61FEC1C76810}" type="pres">
      <dgm:prSet presAssocID="{E6D51C72-F022-4196-925F-54CB7ED13A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3AE804C-6261-44B0-BA16-2895B658D8F7}" type="pres">
      <dgm:prSet presAssocID="{E6D51C72-F022-4196-925F-54CB7ED13A25}" presName="spaceRect" presStyleCnt="0"/>
      <dgm:spPr/>
    </dgm:pt>
    <dgm:pt modelId="{C8D55BC3-9666-444C-A8AF-B5FDF1437407}" type="pres">
      <dgm:prSet presAssocID="{E6D51C72-F022-4196-925F-54CB7ED13A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52C607-3EBA-4E89-B472-865CDF3ACBE4}" srcId="{8EE7E383-1B0D-4E97-AD43-F953B7495111}" destId="{C7D73830-9C62-446E-B5C0-EB39C893844B}" srcOrd="1" destOrd="0" parTransId="{1E84059B-0D71-418D-82A1-1CD6F233FF1B}" sibTransId="{C85F1D47-48B1-4B71-8F59-6F81B8DD7B55}"/>
    <dgm:cxn modelId="{D0C9BF65-68F2-4550-BC76-5C3808C6F034}" srcId="{8EE7E383-1B0D-4E97-AD43-F953B7495111}" destId="{E6D51C72-F022-4196-925F-54CB7ED13A25}" srcOrd="2" destOrd="0" parTransId="{5178AB3D-84A8-4BE1-8BB1-BD6BC87C445F}" sibTransId="{119AE9AB-E483-4BFD-877F-46F0E7CAB1DC}"/>
    <dgm:cxn modelId="{40A80486-CF0D-4745-A6F5-4DF8224C7624}" type="presOf" srcId="{15E77762-C5E5-4EEB-9A60-A77D87852B07}" destId="{9990FC78-D8BB-4BBC-9777-D9E3149CAD4E}" srcOrd="0" destOrd="0" presId="urn:microsoft.com/office/officeart/2018/2/layout/IconCircleList"/>
    <dgm:cxn modelId="{1E69348A-7C24-4E5C-8B61-07178AF03994}" type="presOf" srcId="{70A31342-1727-476D-8EA2-C347E1FD1D0C}" destId="{DC9AB0CF-AA75-4AD5-ABED-6A17A0CB3BA5}" srcOrd="0" destOrd="0" presId="urn:microsoft.com/office/officeart/2018/2/layout/IconCircleList"/>
    <dgm:cxn modelId="{E21E02AA-6A48-4CF1-90E2-E967359AA0C5}" srcId="{8EE7E383-1B0D-4E97-AD43-F953B7495111}" destId="{15E77762-C5E5-4EEB-9A60-A77D87852B07}" srcOrd="0" destOrd="0" parTransId="{FFB8D974-29F0-4139-9B75-D0518FA37993}" sibTransId="{70A31342-1727-476D-8EA2-C347E1FD1D0C}"/>
    <dgm:cxn modelId="{64E666E5-6BCD-4D2D-B062-6C5B880F123A}" type="presOf" srcId="{8EE7E383-1B0D-4E97-AD43-F953B7495111}" destId="{44913B90-A19E-44AE-AAB2-E95B33845C1D}" srcOrd="0" destOrd="0" presId="urn:microsoft.com/office/officeart/2018/2/layout/IconCircleList"/>
    <dgm:cxn modelId="{6164E7EC-F5C7-4174-A89F-DDAFCBACFC14}" type="presOf" srcId="{E6D51C72-F022-4196-925F-54CB7ED13A25}" destId="{C8D55BC3-9666-444C-A8AF-B5FDF1437407}" srcOrd="0" destOrd="0" presId="urn:microsoft.com/office/officeart/2018/2/layout/IconCircleList"/>
    <dgm:cxn modelId="{2110ECED-C84A-45B7-8390-F9BC4E2A194E}" type="presOf" srcId="{C85F1D47-48B1-4B71-8F59-6F81B8DD7B55}" destId="{53A366DB-686F-4FC8-9EB7-960ED402ADDA}" srcOrd="0" destOrd="0" presId="urn:microsoft.com/office/officeart/2018/2/layout/IconCircleList"/>
    <dgm:cxn modelId="{8A4227F5-C5AA-4A09-BE96-F079B3E8E186}" type="presOf" srcId="{C7D73830-9C62-446E-B5C0-EB39C893844B}" destId="{2EA3C417-21BD-4C65-AC73-467E4CA134E4}" srcOrd="0" destOrd="0" presId="urn:microsoft.com/office/officeart/2018/2/layout/IconCircleList"/>
    <dgm:cxn modelId="{3CCA1BE5-5457-4807-9007-235BF30A9E90}" type="presParOf" srcId="{44913B90-A19E-44AE-AAB2-E95B33845C1D}" destId="{4D2D8FFD-68FD-4FFD-8141-ED4C6429F821}" srcOrd="0" destOrd="0" presId="urn:microsoft.com/office/officeart/2018/2/layout/IconCircleList"/>
    <dgm:cxn modelId="{89860853-2EB6-4512-9008-43F80FA83B6D}" type="presParOf" srcId="{4D2D8FFD-68FD-4FFD-8141-ED4C6429F821}" destId="{1711E50C-AB29-443C-8435-F7A158F81B72}" srcOrd="0" destOrd="0" presId="urn:microsoft.com/office/officeart/2018/2/layout/IconCircleList"/>
    <dgm:cxn modelId="{5274F237-0E50-49F1-86D0-0D0FDB7C1BB5}" type="presParOf" srcId="{1711E50C-AB29-443C-8435-F7A158F81B72}" destId="{1B17D160-212E-4F65-A4C2-E57AF88E4676}" srcOrd="0" destOrd="0" presId="urn:microsoft.com/office/officeart/2018/2/layout/IconCircleList"/>
    <dgm:cxn modelId="{25920BE5-8830-49C7-90F3-58F243D66090}" type="presParOf" srcId="{1711E50C-AB29-443C-8435-F7A158F81B72}" destId="{B6078B03-9205-4B57-8AE5-3F5D8EACA5F7}" srcOrd="1" destOrd="0" presId="urn:microsoft.com/office/officeart/2018/2/layout/IconCircleList"/>
    <dgm:cxn modelId="{E859AB24-A346-4EAA-83AF-41D67C85A109}" type="presParOf" srcId="{1711E50C-AB29-443C-8435-F7A158F81B72}" destId="{0938B019-22F7-4504-A208-6B0E198783EC}" srcOrd="2" destOrd="0" presId="urn:microsoft.com/office/officeart/2018/2/layout/IconCircleList"/>
    <dgm:cxn modelId="{5C9ABA11-7A48-4FB1-9B2B-D17F3741C33C}" type="presParOf" srcId="{1711E50C-AB29-443C-8435-F7A158F81B72}" destId="{9990FC78-D8BB-4BBC-9777-D9E3149CAD4E}" srcOrd="3" destOrd="0" presId="urn:microsoft.com/office/officeart/2018/2/layout/IconCircleList"/>
    <dgm:cxn modelId="{566E63BF-B64F-48FD-9CCF-AAB527EBC027}" type="presParOf" srcId="{4D2D8FFD-68FD-4FFD-8141-ED4C6429F821}" destId="{DC9AB0CF-AA75-4AD5-ABED-6A17A0CB3BA5}" srcOrd="1" destOrd="0" presId="urn:microsoft.com/office/officeart/2018/2/layout/IconCircleList"/>
    <dgm:cxn modelId="{9B8951AD-D503-4241-AE68-E88AE0CCD6AC}" type="presParOf" srcId="{4D2D8FFD-68FD-4FFD-8141-ED4C6429F821}" destId="{4B3E9686-3594-4633-A333-501414BD5BD9}" srcOrd="2" destOrd="0" presId="urn:microsoft.com/office/officeart/2018/2/layout/IconCircleList"/>
    <dgm:cxn modelId="{1DA3AE42-477C-4473-9D7B-4CBDC6DAAA3B}" type="presParOf" srcId="{4B3E9686-3594-4633-A333-501414BD5BD9}" destId="{C890A6C6-1EA4-4C5B-9891-9352DB5FDC58}" srcOrd="0" destOrd="0" presId="urn:microsoft.com/office/officeart/2018/2/layout/IconCircleList"/>
    <dgm:cxn modelId="{0F986B0A-4553-4DCF-9888-9A04731D4F7B}" type="presParOf" srcId="{4B3E9686-3594-4633-A333-501414BD5BD9}" destId="{8851FB58-D3B8-4B85-A5BF-3D32CBAC96E9}" srcOrd="1" destOrd="0" presId="urn:microsoft.com/office/officeart/2018/2/layout/IconCircleList"/>
    <dgm:cxn modelId="{0BF0B39D-4FF3-42A7-B3CF-39AF3DEF79AE}" type="presParOf" srcId="{4B3E9686-3594-4633-A333-501414BD5BD9}" destId="{36F7EAEA-580E-46C9-BBE0-74124659A80F}" srcOrd="2" destOrd="0" presId="urn:microsoft.com/office/officeart/2018/2/layout/IconCircleList"/>
    <dgm:cxn modelId="{EC38AB77-1437-4686-A719-FEB05EBA545D}" type="presParOf" srcId="{4B3E9686-3594-4633-A333-501414BD5BD9}" destId="{2EA3C417-21BD-4C65-AC73-467E4CA134E4}" srcOrd="3" destOrd="0" presId="urn:microsoft.com/office/officeart/2018/2/layout/IconCircleList"/>
    <dgm:cxn modelId="{6416DD1E-52A3-4288-A793-595347026ED9}" type="presParOf" srcId="{4D2D8FFD-68FD-4FFD-8141-ED4C6429F821}" destId="{53A366DB-686F-4FC8-9EB7-960ED402ADDA}" srcOrd="3" destOrd="0" presId="urn:microsoft.com/office/officeart/2018/2/layout/IconCircleList"/>
    <dgm:cxn modelId="{1A8CD9AA-16F3-410C-8296-A139CADC19F6}" type="presParOf" srcId="{4D2D8FFD-68FD-4FFD-8141-ED4C6429F821}" destId="{95691CDB-438D-443E-B689-7C059DC7F386}" srcOrd="4" destOrd="0" presId="urn:microsoft.com/office/officeart/2018/2/layout/IconCircleList"/>
    <dgm:cxn modelId="{B86B6810-FCF9-44BE-94CD-18DECF92F8B7}" type="presParOf" srcId="{95691CDB-438D-443E-B689-7C059DC7F386}" destId="{0115B50F-EB1D-4E92-8C15-29A6DC06E3DF}" srcOrd="0" destOrd="0" presId="urn:microsoft.com/office/officeart/2018/2/layout/IconCircleList"/>
    <dgm:cxn modelId="{65C516A4-3201-4637-A157-ADFC28F9C44B}" type="presParOf" srcId="{95691CDB-438D-443E-B689-7C059DC7F386}" destId="{DC72740A-3D4D-4F9D-97D6-61FEC1C76810}" srcOrd="1" destOrd="0" presId="urn:microsoft.com/office/officeart/2018/2/layout/IconCircleList"/>
    <dgm:cxn modelId="{7E23B29D-B470-4C9A-B54A-F3641C1B5728}" type="presParOf" srcId="{95691CDB-438D-443E-B689-7C059DC7F386}" destId="{93AE804C-6261-44B0-BA16-2895B658D8F7}" srcOrd="2" destOrd="0" presId="urn:microsoft.com/office/officeart/2018/2/layout/IconCircleList"/>
    <dgm:cxn modelId="{0A14EA86-EA6F-4CA6-A401-644423C70513}" type="presParOf" srcId="{95691CDB-438D-443E-B689-7C059DC7F386}" destId="{C8D55BC3-9666-444C-A8AF-B5FDF14374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15D04DC-E4B6-44C8-BD1D-1407514C7A8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AABAEB-CA4E-4C1B-86C8-77703067AF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Leverage Microsoft’s Ecosystem</a:t>
          </a:r>
        </a:p>
      </dgm:t>
    </dgm:pt>
    <dgm:pt modelId="{979E417D-62A9-41E4-8CF0-D2E03EEEA486}" type="parTrans" cxnId="{01ACEE1E-658A-4721-A995-4F2A7E5CB3D6}">
      <dgm:prSet/>
      <dgm:spPr/>
      <dgm:t>
        <a:bodyPr/>
        <a:lstStyle/>
        <a:p>
          <a:endParaRPr lang="en-US"/>
        </a:p>
      </dgm:t>
    </dgm:pt>
    <dgm:pt modelId="{535E6D63-A260-4214-B5AC-60868ED5A1B3}" type="sibTrans" cxnId="{01ACEE1E-658A-4721-A995-4F2A7E5CB3D6}">
      <dgm:prSet/>
      <dgm:spPr/>
      <dgm:t>
        <a:bodyPr/>
        <a:lstStyle/>
        <a:p>
          <a:endParaRPr lang="en-US"/>
        </a:p>
      </dgm:t>
    </dgm:pt>
    <dgm:pt modelId="{C03EC625-78E3-4848-8B7F-67B0B37F7D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integrating film content with Xbox, Game Pass, Azure, AI, and streaming platforms to maximize cross-platform monetization and audience reach.</a:t>
          </a:r>
        </a:p>
      </dgm:t>
    </dgm:pt>
    <dgm:pt modelId="{6D62AFB9-C834-4C39-87DC-F493EC517C65}" type="parTrans" cxnId="{3124365E-1BFC-4940-A865-52B6CD17BB33}">
      <dgm:prSet/>
      <dgm:spPr/>
      <dgm:t>
        <a:bodyPr/>
        <a:lstStyle/>
        <a:p>
          <a:endParaRPr lang="en-US"/>
        </a:p>
      </dgm:t>
    </dgm:pt>
    <dgm:pt modelId="{06934EF6-8BFE-46C5-BC6E-A01F8E76F037}" type="sibTrans" cxnId="{3124365E-1BFC-4940-A865-52B6CD17BB33}">
      <dgm:prSet/>
      <dgm:spPr/>
      <dgm:t>
        <a:bodyPr/>
        <a:lstStyle/>
        <a:p>
          <a:endParaRPr lang="en-US"/>
        </a:p>
      </dgm:t>
    </dgm:pt>
    <dgm:pt modelId="{FDCA227D-227A-4CCA-9B46-E4BDFE0DD4BF}" type="pres">
      <dgm:prSet presAssocID="{E15D04DC-E4B6-44C8-BD1D-1407514C7A8C}" presName="root" presStyleCnt="0">
        <dgm:presLayoutVars>
          <dgm:dir/>
          <dgm:resizeHandles val="exact"/>
        </dgm:presLayoutVars>
      </dgm:prSet>
      <dgm:spPr/>
    </dgm:pt>
    <dgm:pt modelId="{A4535251-606E-40F6-B3B1-6B93DC652963}" type="pres">
      <dgm:prSet presAssocID="{EBAABAEB-CA4E-4C1B-86C8-77703067AF8A}" presName="compNode" presStyleCnt="0"/>
      <dgm:spPr/>
    </dgm:pt>
    <dgm:pt modelId="{68076B92-7368-47EC-AF46-1D2060DF6142}" type="pres">
      <dgm:prSet presAssocID="{EBAABAEB-CA4E-4C1B-86C8-77703067AF8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2F26A492-830C-462D-9F0E-BC86C2FF6A38}" type="pres">
      <dgm:prSet presAssocID="{EBAABAEB-CA4E-4C1B-86C8-77703067AF8A}" presName="spaceRect" presStyleCnt="0"/>
      <dgm:spPr/>
    </dgm:pt>
    <dgm:pt modelId="{29D7E7E9-C9DC-473B-9E0B-4D8CC25A5B3F}" type="pres">
      <dgm:prSet presAssocID="{EBAABAEB-CA4E-4C1B-86C8-77703067AF8A}" presName="textRect" presStyleLbl="revTx" presStyleIdx="0" presStyleCnt="2">
        <dgm:presLayoutVars>
          <dgm:chMax val="1"/>
          <dgm:chPref val="1"/>
        </dgm:presLayoutVars>
      </dgm:prSet>
      <dgm:spPr/>
    </dgm:pt>
    <dgm:pt modelId="{9CA9DD62-4B38-4A52-B15B-273B88884D19}" type="pres">
      <dgm:prSet presAssocID="{535E6D63-A260-4214-B5AC-60868ED5A1B3}" presName="sibTrans" presStyleCnt="0"/>
      <dgm:spPr/>
    </dgm:pt>
    <dgm:pt modelId="{B4EC9357-025C-4285-8099-83235A2AD97A}" type="pres">
      <dgm:prSet presAssocID="{C03EC625-78E3-4848-8B7F-67B0B37F7D29}" presName="compNode" presStyleCnt="0"/>
      <dgm:spPr/>
    </dgm:pt>
    <dgm:pt modelId="{2656A212-83FA-4254-BA4D-7644F70F1406}" type="pres">
      <dgm:prSet presAssocID="{C03EC625-78E3-4848-8B7F-67B0B37F7D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2FBA8221-A622-4295-841D-7F3EFF196F7A}" type="pres">
      <dgm:prSet presAssocID="{C03EC625-78E3-4848-8B7F-67B0B37F7D29}" presName="spaceRect" presStyleCnt="0"/>
      <dgm:spPr/>
    </dgm:pt>
    <dgm:pt modelId="{C3D67F5A-395D-40D7-9614-10A0ED6FCB07}" type="pres">
      <dgm:prSet presAssocID="{C03EC625-78E3-4848-8B7F-67B0B37F7D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1ACEE1E-658A-4721-A995-4F2A7E5CB3D6}" srcId="{E15D04DC-E4B6-44C8-BD1D-1407514C7A8C}" destId="{EBAABAEB-CA4E-4C1B-86C8-77703067AF8A}" srcOrd="0" destOrd="0" parTransId="{979E417D-62A9-41E4-8CF0-D2E03EEEA486}" sibTransId="{535E6D63-A260-4214-B5AC-60868ED5A1B3}"/>
    <dgm:cxn modelId="{3124365E-1BFC-4940-A865-52B6CD17BB33}" srcId="{E15D04DC-E4B6-44C8-BD1D-1407514C7A8C}" destId="{C03EC625-78E3-4848-8B7F-67B0B37F7D29}" srcOrd="1" destOrd="0" parTransId="{6D62AFB9-C834-4C39-87DC-F493EC517C65}" sibTransId="{06934EF6-8BFE-46C5-BC6E-A01F8E76F037}"/>
    <dgm:cxn modelId="{0DA74D47-468A-4A96-9384-CA4EBE994547}" type="presOf" srcId="{E15D04DC-E4B6-44C8-BD1D-1407514C7A8C}" destId="{FDCA227D-227A-4CCA-9B46-E4BDFE0DD4BF}" srcOrd="0" destOrd="0" presId="urn:microsoft.com/office/officeart/2018/2/layout/IconLabelList"/>
    <dgm:cxn modelId="{C940E978-D799-46FF-BD64-F820B1027975}" type="presOf" srcId="{EBAABAEB-CA4E-4C1B-86C8-77703067AF8A}" destId="{29D7E7E9-C9DC-473B-9E0B-4D8CC25A5B3F}" srcOrd="0" destOrd="0" presId="urn:microsoft.com/office/officeart/2018/2/layout/IconLabelList"/>
    <dgm:cxn modelId="{53C2E0E7-D9FB-4543-B1EF-ECA8C2184948}" type="presOf" srcId="{C03EC625-78E3-4848-8B7F-67B0B37F7D29}" destId="{C3D67F5A-395D-40D7-9614-10A0ED6FCB07}" srcOrd="0" destOrd="0" presId="urn:microsoft.com/office/officeart/2018/2/layout/IconLabelList"/>
    <dgm:cxn modelId="{703ADD29-35B5-49AD-9D39-EF58572F9C42}" type="presParOf" srcId="{FDCA227D-227A-4CCA-9B46-E4BDFE0DD4BF}" destId="{A4535251-606E-40F6-B3B1-6B93DC652963}" srcOrd="0" destOrd="0" presId="urn:microsoft.com/office/officeart/2018/2/layout/IconLabelList"/>
    <dgm:cxn modelId="{9551E379-6FB0-46A7-B7AF-A08189B281DF}" type="presParOf" srcId="{A4535251-606E-40F6-B3B1-6B93DC652963}" destId="{68076B92-7368-47EC-AF46-1D2060DF6142}" srcOrd="0" destOrd="0" presId="urn:microsoft.com/office/officeart/2018/2/layout/IconLabelList"/>
    <dgm:cxn modelId="{839113EB-8237-4004-AD47-68D67DE4822D}" type="presParOf" srcId="{A4535251-606E-40F6-B3B1-6B93DC652963}" destId="{2F26A492-830C-462D-9F0E-BC86C2FF6A38}" srcOrd="1" destOrd="0" presId="urn:microsoft.com/office/officeart/2018/2/layout/IconLabelList"/>
    <dgm:cxn modelId="{03B47FA8-014D-46F4-8025-2BB23765EAF6}" type="presParOf" srcId="{A4535251-606E-40F6-B3B1-6B93DC652963}" destId="{29D7E7E9-C9DC-473B-9E0B-4D8CC25A5B3F}" srcOrd="2" destOrd="0" presId="urn:microsoft.com/office/officeart/2018/2/layout/IconLabelList"/>
    <dgm:cxn modelId="{E6B6D85B-8648-405D-8843-68B90DD20D25}" type="presParOf" srcId="{FDCA227D-227A-4CCA-9B46-E4BDFE0DD4BF}" destId="{9CA9DD62-4B38-4A52-B15B-273B88884D19}" srcOrd="1" destOrd="0" presId="urn:microsoft.com/office/officeart/2018/2/layout/IconLabelList"/>
    <dgm:cxn modelId="{85A7690B-0B54-4684-BE0B-BEA2EA3C54F7}" type="presParOf" srcId="{FDCA227D-227A-4CCA-9B46-E4BDFE0DD4BF}" destId="{B4EC9357-025C-4285-8099-83235A2AD97A}" srcOrd="2" destOrd="0" presId="urn:microsoft.com/office/officeart/2018/2/layout/IconLabelList"/>
    <dgm:cxn modelId="{248713FC-588C-4400-8D5F-41BAB3776618}" type="presParOf" srcId="{B4EC9357-025C-4285-8099-83235A2AD97A}" destId="{2656A212-83FA-4254-BA4D-7644F70F1406}" srcOrd="0" destOrd="0" presId="urn:microsoft.com/office/officeart/2018/2/layout/IconLabelList"/>
    <dgm:cxn modelId="{EB9CC781-63B1-44B9-8386-B35EEB71F82A}" type="presParOf" srcId="{B4EC9357-025C-4285-8099-83235A2AD97A}" destId="{2FBA8221-A622-4295-841D-7F3EFF196F7A}" srcOrd="1" destOrd="0" presId="urn:microsoft.com/office/officeart/2018/2/layout/IconLabelList"/>
    <dgm:cxn modelId="{4C9FA28E-1BA0-4AA8-B1F8-634DF94D4C57}" type="presParOf" srcId="{B4EC9357-025C-4285-8099-83235A2AD97A}" destId="{C3D67F5A-395D-40D7-9614-10A0ED6FCB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E8CDD0-3648-4DA3-AA64-133FF867195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9B1A58-891E-452D-94FD-88B024751906}">
      <dgm:prSet/>
      <dgm:spPr/>
      <dgm:t>
        <a:bodyPr/>
        <a:lstStyle/>
        <a:p>
          <a:r>
            <a:rPr lang="en-GB"/>
            <a:t>To position Microsoft’s new movie studio for success, a </a:t>
          </a:r>
          <a:r>
            <a:rPr lang="en-GB" b="1"/>
            <a:t>data-driven, balanced approach</a:t>
          </a:r>
          <a:r>
            <a:rPr lang="en-GB"/>
            <a:t> is recommended. Strengthening domestic revenue through streaming, targeted marketing, and strategic partnerships provides a stable base, while predictive analysis of foreign markets enables proactive risk management. Content strategy should focus on high-performing and high-rated genres—Action, Adventure, Sci-Fi, Short, Documentary, Game Show, News, and Biography—while carefully analyzing underperforming genres before committing significant resources.</a:t>
          </a:r>
          <a:endParaRPr lang="en-US"/>
        </a:p>
      </dgm:t>
    </dgm:pt>
    <dgm:pt modelId="{5999DDDA-2322-45BD-AEB6-13458997EC48}" type="parTrans" cxnId="{F8AD5927-F5BE-47F8-959D-D97240B45134}">
      <dgm:prSet/>
      <dgm:spPr/>
      <dgm:t>
        <a:bodyPr/>
        <a:lstStyle/>
        <a:p>
          <a:endParaRPr lang="en-US"/>
        </a:p>
      </dgm:t>
    </dgm:pt>
    <dgm:pt modelId="{12FC61AC-2F4F-45A2-A585-072E6E3C4A47}" type="sibTrans" cxnId="{F8AD5927-F5BE-47F8-959D-D97240B45134}">
      <dgm:prSet/>
      <dgm:spPr/>
      <dgm:t>
        <a:bodyPr/>
        <a:lstStyle/>
        <a:p>
          <a:endParaRPr lang="en-US"/>
        </a:p>
      </dgm:t>
    </dgm:pt>
    <dgm:pt modelId="{A25B80AA-E8B0-4775-9DA4-D917FE1A26A6}">
      <dgm:prSet/>
      <dgm:spPr/>
      <dgm:t>
        <a:bodyPr/>
        <a:lstStyle/>
        <a:p>
          <a:r>
            <a:rPr lang="en-GB"/>
            <a:t>Optimized release and distribution strategies tailored to regional preferences, combined with initiatives to boost audience engagement and voting, will maximize ratings, viewership, and cross-market revenue. Leveraging top-performing studios such as P/DW and BV ensures strong domestic and international appeal, supporting sustainable growth, reputation-building, and long-term success for the new studio.</a:t>
          </a:r>
          <a:endParaRPr lang="en-US"/>
        </a:p>
      </dgm:t>
    </dgm:pt>
    <dgm:pt modelId="{7B2744DE-F37A-4542-9C35-6076CBF84FD0}" type="parTrans" cxnId="{26F37982-B262-4F38-AA7D-043276C5EA5B}">
      <dgm:prSet/>
      <dgm:spPr/>
      <dgm:t>
        <a:bodyPr/>
        <a:lstStyle/>
        <a:p>
          <a:endParaRPr lang="en-US"/>
        </a:p>
      </dgm:t>
    </dgm:pt>
    <dgm:pt modelId="{0AC036F6-69A9-4637-BF5B-9BF976A3A1AC}" type="sibTrans" cxnId="{26F37982-B262-4F38-AA7D-043276C5EA5B}">
      <dgm:prSet/>
      <dgm:spPr/>
      <dgm:t>
        <a:bodyPr/>
        <a:lstStyle/>
        <a:p>
          <a:endParaRPr lang="en-US"/>
        </a:p>
      </dgm:t>
    </dgm:pt>
    <dgm:pt modelId="{E8559429-208D-4A05-9F59-18788D5A0C59}" type="pres">
      <dgm:prSet presAssocID="{90E8CDD0-3648-4DA3-AA64-133FF86719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166B6C-AB3A-4454-A55C-B7E021E425AF}" type="pres">
      <dgm:prSet presAssocID="{D99B1A58-891E-452D-94FD-88B024751906}" presName="hierRoot1" presStyleCnt="0"/>
      <dgm:spPr/>
    </dgm:pt>
    <dgm:pt modelId="{D2996379-6F88-42D1-926B-69169DB54F77}" type="pres">
      <dgm:prSet presAssocID="{D99B1A58-891E-452D-94FD-88B024751906}" presName="composite" presStyleCnt="0"/>
      <dgm:spPr/>
    </dgm:pt>
    <dgm:pt modelId="{436A4365-AEB4-436F-AE1B-1980BF65164A}" type="pres">
      <dgm:prSet presAssocID="{D99B1A58-891E-452D-94FD-88B024751906}" presName="background" presStyleLbl="node0" presStyleIdx="0" presStyleCnt="2"/>
      <dgm:spPr/>
    </dgm:pt>
    <dgm:pt modelId="{15F1B43D-F868-43C8-9E01-D80EE043E931}" type="pres">
      <dgm:prSet presAssocID="{D99B1A58-891E-452D-94FD-88B024751906}" presName="text" presStyleLbl="fgAcc0" presStyleIdx="0" presStyleCnt="2">
        <dgm:presLayoutVars>
          <dgm:chPref val="3"/>
        </dgm:presLayoutVars>
      </dgm:prSet>
      <dgm:spPr/>
    </dgm:pt>
    <dgm:pt modelId="{3F0118C1-D6B7-4E73-8208-D3E4DC529DEB}" type="pres">
      <dgm:prSet presAssocID="{D99B1A58-891E-452D-94FD-88B024751906}" presName="hierChild2" presStyleCnt="0"/>
      <dgm:spPr/>
    </dgm:pt>
    <dgm:pt modelId="{A0A54DA0-45D6-4272-BD29-26A892ABE9AE}" type="pres">
      <dgm:prSet presAssocID="{A25B80AA-E8B0-4775-9DA4-D917FE1A26A6}" presName="hierRoot1" presStyleCnt="0"/>
      <dgm:spPr/>
    </dgm:pt>
    <dgm:pt modelId="{849FF701-84B9-45EC-859D-3DCB48603BFA}" type="pres">
      <dgm:prSet presAssocID="{A25B80AA-E8B0-4775-9DA4-D917FE1A26A6}" presName="composite" presStyleCnt="0"/>
      <dgm:spPr/>
    </dgm:pt>
    <dgm:pt modelId="{A2E691A7-1736-4182-B356-EE3B720D05C9}" type="pres">
      <dgm:prSet presAssocID="{A25B80AA-E8B0-4775-9DA4-D917FE1A26A6}" presName="background" presStyleLbl="node0" presStyleIdx="1" presStyleCnt="2"/>
      <dgm:spPr/>
    </dgm:pt>
    <dgm:pt modelId="{202437F3-1A02-472B-A5AE-396122B3AE5F}" type="pres">
      <dgm:prSet presAssocID="{A25B80AA-E8B0-4775-9DA4-D917FE1A26A6}" presName="text" presStyleLbl="fgAcc0" presStyleIdx="1" presStyleCnt="2">
        <dgm:presLayoutVars>
          <dgm:chPref val="3"/>
        </dgm:presLayoutVars>
      </dgm:prSet>
      <dgm:spPr/>
    </dgm:pt>
    <dgm:pt modelId="{0F63F6C7-46D3-42B9-8D16-2D1A0E533F26}" type="pres">
      <dgm:prSet presAssocID="{A25B80AA-E8B0-4775-9DA4-D917FE1A26A6}" presName="hierChild2" presStyleCnt="0"/>
      <dgm:spPr/>
    </dgm:pt>
  </dgm:ptLst>
  <dgm:cxnLst>
    <dgm:cxn modelId="{F8AD5927-F5BE-47F8-959D-D97240B45134}" srcId="{90E8CDD0-3648-4DA3-AA64-133FF8671959}" destId="{D99B1A58-891E-452D-94FD-88B024751906}" srcOrd="0" destOrd="0" parTransId="{5999DDDA-2322-45BD-AEB6-13458997EC48}" sibTransId="{12FC61AC-2F4F-45A2-A585-072E6E3C4A47}"/>
    <dgm:cxn modelId="{E78B8D30-1EB7-4AED-9C58-07DC9E3E002B}" type="presOf" srcId="{A25B80AA-E8B0-4775-9DA4-D917FE1A26A6}" destId="{202437F3-1A02-472B-A5AE-396122B3AE5F}" srcOrd="0" destOrd="0" presId="urn:microsoft.com/office/officeart/2005/8/layout/hierarchy1"/>
    <dgm:cxn modelId="{09773164-6772-443B-B1EC-8361C44F5054}" type="presOf" srcId="{D99B1A58-891E-452D-94FD-88B024751906}" destId="{15F1B43D-F868-43C8-9E01-D80EE043E931}" srcOrd="0" destOrd="0" presId="urn:microsoft.com/office/officeart/2005/8/layout/hierarchy1"/>
    <dgm:cxn modelId="{D7446E56-47F4-464E-85D7-21D5324037BF}" type="presOf" srcId="{90E8CDD0-3648-4DA3-AA64-133FF8671959}" destId="{E8559429-208D-4A05-9F59-18788D5A0C59}" srcOrd="0" destOrd="0" presId="urn:microsoft.com/office/officeart/2005/8/layout/hierarchy1"/>
    <dgm:cxn modelId="{26F37982-B262-4F38-AA7D-043276C5EA5B}" srcId="{90E8CDD0-3648-4DA3-AA64-133FF8671959}" destId="{A25B80AA-E8B0-4775-9DA4-D917FE1A26A6}" srcOrd="1" destOrd="0" parTransId="{7B2744DE-F37A-4542-9C35-6076CBF84FD0}" sibTransId="{0AC036F6-69A9-4637-BF5B-9BF976A3A1AC}"/>
    <dgm:cxn modelId="{8CA42DB8-9CE9-4AB8-A49E-40AB7B8DB58A}" type="presParOf" srcId="{E8559429-208D-4A05-9F59-18788D5A0C59}" destId="{DE166B6C-AB3A-4454-A55C-B7E021E425AF}" srcOrd="0" destOrd="0" presId="urn:microsoft.com/office/officeart/2005/8/layout/hierarchy1"/>
    <dgm:cxn modelId="{4B23345A-7D6F-40FE-A0E0-C90FCCCFA283}" type="presParOf" srcId="{DE166B6C-AB3A-4454-A55C-B7E021E425AF}" destId="{D2996379-6F88-42D1-926B-69169DB54F77}" srcOrd="0" destOrd="0" presId="urn:microsoft.com/office/officeart/2005/8/layout/hierarchy1"/>
    <dgm:cxn modelId="{B2C2E097-E4A5-4831-96EA-0ED5F9FB9B5C}" type="presParOf" srcId="{D2996379-6F88-42D1-926B-69169DB54F77}" destId="{436A4365-AEB4-436F-AE1B-1980BF65164A}" srcOrd="0" destOrd="0" presId="urn:microsoft.com/office/officeart/2005/8/layout/hierarchy1"/>
    <dgm:cxn modelId="{C9EF654E-0A32-40AA-B42E-C64F7068D327}" type="presParOf" srcId="{D2996379-6F88-42D1-926B-69169DB54F77}" destId="{15F1B43D-F868-43C8-9E01-D80EE043E931}" srcOrd="1" destOrd="0" presId="urn:microsoft.com/office/officeart/2005/8/layout/hierarchy1"/>
    <dgm:cxn modelId="{723C7B37-DBBA-4DBB-A230-6F3FEA5061D6}" type="presParOf" srcId="{DE166B6C-AB3A-4454-A55C-B7E021E425AF}" destId="{3F0118C1-D6B7-4E73-8208-D3E4DC529DEB}" srcOrd="1" destOrd="0" presId="urn:microsoft.com/office/officeart/2005/8/layout/hierarchy1"/>
    <dgm:cxn modelId="{47389AAA-D8EE-4FB5-BFF5-89548FE5D2A1}" type="presParOf" srcId="{E8559429-208D-4A05-9F59-18788D5A0C59}" destId="{A0A54DA0-45D6-4272-BD29-26A892ABE9AE}" srcOrd="1" destOrd="0" presId="urn:microsoft.com/office/officeart/2005/8/layout/hierarchy1"/>
    <dgm:cxn modelId="{95C8EF29-A896-4C02-98C9-0E02F8102440}" type="presParOf" srcId="{A0A54DA0-45D6-4272-BD29-26A892ABE9AE}" destId="{849FF701-84B9-45EC-859D-3DCB48603BFA}" srcOrd="0" destOrd="0" presId="urn:microsoft.com/office/officeart/2005/8/layout/hierarchy1"/>
    <dgm:cxn modelId="{7ECAD0AC-4FE9-45EC-9DD9-73DBAB672200}" type="presParOf" srcId="{849FF701-84B9-45EC-859D-3DCB48603BFA}" destId="{A2E691A7-1736-4182-B356-EE3B720D05C9}" srcOrd="0" destOrd="0" presId="urn:microsoft.com/office/officeart/2005/8/layout/hierarchy1"/>
    <dgm:cxn modelId="{286A66BB-AE00-4D9A-9182-45AE7C4AB03A}" type="presParOf" srcId="{849FF701-84B9-45EC-859D-3DCB48603BFA}" destId="{202437F3-1A02-472B-A5AE-396122B3AE5F}" srcOrd="1" destOrd="0" presId="urn:microsoft.com/office/officeart/2005/8/layout/hierarchy1"/>
    <dgm:cxn modelId="{4BCEC5D7-6561-46A1-9EC0-422B70E1CC8C}" type="presParOf" srcId="{A0A54DA0-45D6-4272-BD29-26A892ABE9AE}" destId="{0F63F6C7-46D3-42B9-8D16-2D1A0E533F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0EC52-46CD-4077-8798-ED383AC1C788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777BC5-02AE-4E90-B63B-D3FC58524D2F}">
      <dsp:nvSpPr>
        <dsp:cNvPr id="0" name=""/>
        <dsp:cNvSpPr/>
      </dsp:nvSpPr>
      <dsp:spPr>
        <a:xfrm>
          <a:off x="0" y="2124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Data Driven Strategy for Movie creation</a:t>
          </a:r>
          <a:endParaRPr lang="en-US" sz="2100" kern="1200"/>
        </a:p>
      </dsp:txBody>
      <dsp:txXfrm>
        <a:off x="0" y="2124"/>
        <a:ext cx="7886700" cy="724514"/>
      </dsp:txXfrm>
    </dsp:sp>
    <dsp:sp modelId="{429DF41A-E683-4E06-8640-83013604EAAE}">
      <dsp:nvSpPr>
        <dsp:cNvPr id="0" name=""/>
        <dsp:cNvSpPr/>
      </dsp:nvSpPr>
      <dsp:spPr>
        <a:xfrm>
          <a:off x="0" y="726639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B135DC-C9FD-4ACC-8F0A-6320F2D74D69}">
      <dsp:nvSpPr>
        <dsp:cNvPr id="0" name=""/>
        <dsp:cNvSpPr/>
      </dsp:nvSpPr>
      <dsp:spPr>
        <a:xfrm>
          <a:off x="0" y="726639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Group Members</a:t>
          </a:r>
          <a:endParaRPr lang="en-US" sz="2100" kern="1200"/>
        </a:p>
      </dsp:txBody>
      <dsp:txXfrm>
        <a:off x="0" y="726639"/>
        <a:ext cx="7886700" cy="724514"/>
      </dsp:txXfrm>
    </dsp:sp>
    <dsp:sp modelId="{E1F76A9F-5CBE-4D19-B1BB-554C4F07BB56}">
      <dsp:nvSpPr>
        <dsp:cNvPr id="0" name=""/>
        <dsp:cNvSpPr/>
      </dsp:nvSpPr>
      <dsp:spPr>
        <a:xfrm>
          <a:off x="0" y="1451154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2A9B50-0658-41B5-BCE7-8D5EA5670ADB}">
      <dsp:nvSpPr>
        <dsp:cNvPr id="0" name=""/>
        <dsp:cNvSpPr/>
      </dsp:nvSpPr>
      <dsp:spPr>
        <a:xfrm>
          <a:off x="0" y="1451154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1.Sylvia Wanyonyi- Sylvia.wanyonyi@moringaschool.com</a:t>
          </a:r>
        </a:p>
      </dsp:txBody>
      <dsp:txXfrm>
        <a:off x="0" y="1451154"/>
        <a:ext cx="7886700" cy="724514"/>
      </dsp:txXfrm>
    </dsp:sp>
    <dsp:sp modelId="{D22D9149-D26C-4088-9A4D-B8F1F57B036E}">
      <dsp:nvSpPr>
        <dsp:cNvPr id="0" name=""/>
        <dsp:cNvSpPr/>
      </dsp:nvSpPr>
      <dsp:spPr>
        <a:xfrm>
          <a:off x="0" y="2175669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85EC1D-75F9-4A00-811B-8E32F931558C}">
      <dsp:nvSpPr>
        <dsp:cNvPr id="0" name=""/>
        <dsp:cNvSpPr/>
      </dsp:nvSpPr>
      <dsp:spPr>
        <a:xfrm>
          <a:off x="0" y="2175669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2.Kelvin Obungu- Obungu-Kelvin.obungu@student.moringaschool.com</a:t>
          </a:r>
        </a:p>
      </dsp:txBody>
      <dsp:txXfrm>
        <a:off x="0" y="2175669"/>
        <a:ext cx="7886700" cy="724514"/>
      </dsp:txXfrm>
    </dsp:sp>
    <dsp:sp modelId="{DC83F892-9CAB-4BC4-918A-92966E303229}">
      <dsp:nvSpPr>
        <dsp:cNvPr id="0" name=""/>
        <dsp:cNvSpPr/>
      </dsp:nvSpPr>
      <dsp:spPr>
        <a:xfrm>
          <a:off x="0" y="2900183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6E45CF-AB4D-417D-9F16-8EE85D66FF10}">
      <dsp:nvSpPr>
        <dsp:cNvPr id="0" name=""/>
        <dsp:cNvSpPr/>
      </dsp:nvSpPr>
      <dsp:spPr>
        <a:xfrm>
          <a:off x="0" y="2900183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3.Samuel Okaro- Samuel.onyango2@student.moringaschool.com</a:t>
          </a:r>
        </a:p>
      </dsp:txBody>
      <dsp:txXfrm>
        <a:off x="0" y="2900183"/>
        <a:ext cx="7886700" cy="724514"/>
      </dsp:txXfrm>
    </dsp:sp>
    <dsp:sp modelId="{98471023-5554-4B28-8F29-CAE5C0CC5813}">
      <dsp:nvSpPr>
        <dsp:cNvPr id="0" name=""/>
        <dsp:cNvSpPr/>
      </dsp:nvSpPr>
      <dsp:spPr>
        <a:xfrm>
          <a:off x="0" y="3624698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586588-AB05-4C88-96B6-43D742D3B847}">
      <dsp:nvSpPr>
        <dsp:cNvPr id="0" name=""/>
        <dsp:cNvSpPr/>
      </dsp:nvSpPr>
      <dsp:spPr>
        <a:xfrm>
          <a:off x="0" y="3624698"/>
          <a:ext cx="78867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4.Benedict Wambua- Benedict.wambua@student.moringaschool.com</a:t>
          </a:r>
        </a:p>
      </dsp:txBody>
      <dsp:txXfrm>
        <a:off x="0" y="3624698"/>
        <a:ext cx="7886700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8AE1A-3536-476F-8009-688F4E96A43F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7EE0A-6258-4BAC-9081-3FA4A3CAC6CD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Which movies  earned the most revenue?(Domestic and foreign)</a:t>
          </a:r>
        </a:p>
      </dsp:txBody>
      <dsp:txXfrm>
        <a:off x="42299" y="2443760"/>
        <a:ext cx="1800000" cy="720000"/>
      </dsp:txXfrm>
    </dsp:sp>
    <dsp:sp modelId="{C54FFDAD-D30A-4D5C-8F2A-CF47922B8565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E5C58-F22C-4A17-A563-3A7D46424F40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Which genres consistently delivered higher audience satisfaction?</a:t>
          </a:r>
        </a:p>
      </dsp:txBody>
      <dsp:txXfrm>
        <a:off x="2157300" y="2443760"/>
        <a:ext cx="1800000" cy="720000"/>
      </dsp:txXfrm>
    </dsp:sp>
    <dsp:sp modelId="{5AB9FEB3-9C0A-488D-9FD8-3AB33157815B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9677D-24DA-44C9-BF72-533E6BC87815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ratings and revenue trends should guide Microsoft in movie creation?</a:t>
          </a:r>
        </a:p>
      </dsp:txBody>
      <dsp:txXfrm>
        <a:off x="4272300" y="2443760"/>
        <a:ext cx="1800000" cy="720000"/>
      </dsp:txXfrm>
    </dsp:sp>
    <dsp:sp modelId="{605A416B-C86D-4CF7-8DB8-AB98970C352F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602DE-2044-4FB3-827E-182B9D111DF8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Which studios created the best rated movies?</a:t>
          </a:r>
        </a:p>
      </dsp:txBody>
      <dsp:txXfrm>
        <a:off x="6387300" y="244376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24942-B993-4828-A62D-66BBD8A60B4B}">
      <dsp:nvSpPr>
        <dsp:cNvPr id="0" name=""/>
        <dsp:cNvSpPr/>
      </dsp:nvSpPr>
      <dsp:spPr>
        <a:xfrm>
          <a:off x="0" y="531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F7250-39DD-4FF9-9CC4-74C9CB42401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64188-485B-4FAA-9893-E736ABDFB989}">
      <dsp:nvSpPr>
        <dsp:cNvPr id="0" name=""/>
        <dsp:cNvSpPr/>
      </dsp:nvSpPr>
      <dsp:spPr>
        <a:xfrm>
          <a:off x="1435590" y="53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IMDb – Basics–</a:t>
          </a:r>
          <a:r>
            <a:rPr lang="en-GB" sz="2500" kern="1200" dirty="0"/>
            <a:t> Genre classification and production year</a:t>
          </a:r>
          <a:endParaRPr lang="en-US" sz="2500" kern="1200" dirty="0"/>
        </a:p>
      </dsp:txBody>
      <dsp:txXfrm>
        <a:off x="1435590" y="531"/>
        <a:ext cx="6451109" cy="1242935"/>
      </dsp:txXfrm>
    </dsp:sp>
    <dsp:sp modelId="{E07CF052-39B2-4AC3-8678-614119BBE847}">
      <dsp:nvSpPr>
        <dsp:cNvPr id="0" name=""/>
        <dsp:cNvSpPr/>
      </dsp:nvSpPr>
      <dsp:spPr>
        <a:xfrm>
          <a:off x="0" y="1554201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78A4B-1605-4AEA-9024-86BC3D33A2D3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32562-BD75-4AF6-A2EC-AA3D8D908C8A}">
      <dsp:nvSpPr>
        <dsp:cNvPr id="0" name=""/>
        <dsp:cNvSpPr/>
      </dsp:nvSpPr>
      <dsp:spPr>
        <a:xfrm>
          <a:off x="1435590" y="155420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IMDb –Ratings-A</a:t>
          </a:r>
          <a:r>
            <a:rPr lang="en-GB" sz="2500" kern="1200" dirty="0" err="1"/>
            <a:t>verage</a:t>
          </a:r>
          <a:r>
            <a:rPr lang="en-GB" sz="2500" kern="1200" dirty="0"/>
            <a:t> audience ratings and vote counts</a:t>
          </a:r>
          <a:endParaRPr lang="en-US" sz="2500" kern="1200" dirty="0"/>
        </a:p>
      </dsp:txBody>
      <dsp:txXfrm>
        <a:off x="1435590" y="1554201"/>
        <a:ext cx="6451109" cy="1242935"/>
      </dsp:txXfrm>
    </dsp:sp>
    <dsp:sp modelId="{461013CB-94B7-4DEB-A51F-19032344DA6F}">
      <dsp:nvSpPr>
        <dsp:cNvPr id="0" name=""/>
        <dsp:cNvSpPr/>
      </dsp:nvSpPr>
      <dsp:spPr>
        <a:xfrm>
          <a:off x="0" y="3107870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C54DA-D1F4-41C9-BE37-19F8BF95451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156A7-4C54-413C-9F14-A3DC1474E78F}">
      <dsp:nvSpPr>
        <dsp:cNvPr id="0" name=""/>
        <dsp:cNvSpPr/>
      </dsp:nvSpPr>
      <dsp:spPr>
        <a:xfrm>
          <a:off x="1435590" y="3107870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Bom movies</a:t>
          </a:r>
          <a:r>
            <a:rPr lang="en-GB" sz="2500" kern="1200" dirty="0"/>
            <a:t>– Domestic and international gross revenue</a:t>
          </a:r>
          <a:endParaRPr lang="en-US" sz="2500" kern="1200" dirty="0"/>
        </a:p>
      </dsp:txBody>
      <dsp:txXfrm>
        <a:off x="1435590" y="3107870"/>
        <a:ext cx="64511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E4FA7-3D4E-48D8-80CD-D3FE7ACA3322}">
      <dsp:nvSpPr>
        <dsp:cNvPr id="0" name=""/>
        <dsp:cNvSpPr/>
      </dsp:nvSpPr>
      <dsp:spPr>
        <a:xfrm>
          <a:off x="0" y="2530579"/>
          <a:ext cx="8195871" cy="1660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Datasets were merged using  a unique movie identifier.(tconst) </a:t>
          </a:r>
          <a:endParaRPr lang="en-US" sz="2400" kern="1200"/>
        </a:p>
      </dsp:txBody>
      <dsp:txXfrm>
        <a:off x="0" y="2530579"/>
        <a:ext cx="8195871" cy="896580"/>
      </dsp:txXfrm>
    </dsp:sp>
    <dsp:sp modelId="{AEFBCE77-2A6D-447B-98A0-22F9F3656F76}">
      <dsp:nvSpPr>
        <dsp:cNvPr id="0" name=""/>
        <dsp:cNvSpPr/>
      </dsp:nvSpPr>
      <dsp:spPr>
        <a:xfrm>
          <a:off x="0" y="3393953"/>
          <a:ext cx="2048967" cy="7637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Average ratings were calculated by genre and year. </a:t>
          </a:r>
          <a:endParaRPr lang="en-US" sz="1200" kern="1200"/>
        </a:p>
      </dsp:txBody>
      <dsp:txXfrm>
        <a:off x="0" y="3393953"/>
        <a:ext cx="2048967" cy="763753"/>
      </dsp:txXfrm>
    </dsp:sp>
    <dsp:sp modelId="{353C8EBE-D180-44E2-8A56-6E00536DB2A9}">
      <dsp:nvSpPr>
        <dsp:cNvPr id="0" name=""/>
        <dsp:cNvSpPr/>
      </dsp:nvSpPr>
      <dsp:spPr>
        <a:xfrm>
          <a:off x="2048967" y="3393953"/>
          <a:ext cx="2048967" cy="7637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Movies were grouped by genre and ratings to evaluate performance over time and audience reception. </a:t>
          </a:r>
          <a:endParaRPr lang="en-US" sz="1200" kern="1200"/>
        </a:p>
      </dsp:txBody>
      <dsp:txXfrm>
        <a:off x="2048967" y="3393953"/>
        <a:ext cx="2048967" cy="763753"/>
      </dsp:txXfrm>
    </dsp:sp>
    <dsp:sp modelId="{FCE06885-A02C-479C-96FE-4F0E095AD1E5}">
      <dsp:nvSpPr>
        <dsp:cNvPr id="0" name=""/>
        <dsp:cNvSpPr/>
      </dsp:nvSpPr>
      <dsp:spPr>
        <a:xfrm>
          <a:off x="4097935" y="3393953"/>
          <a:ext cx="2048967" cy="7637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Revenue and ratings were compared. </a:t>
          </a:r>
          <a:endParaRPr lang="en-US" sz="1200" kern="1200"/>
        </a:p>
      </dsp:txBody>
      <dsp:txXfrm>
        <a:off x="4097935" y="3393953"/>
        <a:ext cx="2048967" cy="763753"/>
      </dsp:txXfrm>
    </dsp:sp>
    <dsp:sp modelId="{06DAB5BD-0A2F-4FAF-AC51-90ABD0CF5AF9}">
      <dsp:nvSpPr>
        <dsp:cNvPr id="0" name=""/>
        <dsp:cNvSpPr/>
      </dsp:nvSpPr>
      <dsp:spPr>
        <a:xfrm>
          <a:off x="6146903" y="3393953"/>
          <a:ext cx="2048967" cy="7637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Trends were analyzed over time.</a:t>
          </a:r>
          <a:endParaRPr lang="en-US" sz="1200" kern="1200"/>
        </a:p>
      </dsp:txBody>
      <dsp:txXfrm>
        <a:off x="6146903" y="3393953"/>
        <a:ext cx="2048967" cy="763753"/>
      </dsp:txXfrm>
    </dsp:sp>
    <dsp:sp modelId="{2F728B81-DABB-425E-A53F-4855980868AD}">
      <dsp:nvSpPr>
        <dsp:cNvPr id="0" name=""/>
        <dsp:cNvSpPr/>
      </dsp:nvSpPr>
      <dsp:spPr>
        <a:xfrm rot="10800000">
          <a:off x="0" y="1890"/>
          <a:ext cx="8195871" cy="255359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Datasets were cleaned and missing values handled</a:t>
          </a:r>
          <a:endParaRPr lang="en-US" sz="2400" kern="1200"/>
        </a:p>
      </dsp:txBody>
      <dsp:txXfrm rot="10800000">
        <a:off x="0" y="1890"/>
        <a:ext cx="8195871" cy="165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D6FAB8-D70B-4A20-AE06-F01AF4B01C30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604DA-AA19-4439-8A30-6D387C4BAACB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DD1D8-1933-433A-920D-0FB1AFB0607C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Sequel and cinematic  movies dominate the highest revenue rankings, including Marvel, Star Wars, Harry Potter, and Disney properties</a:t>
          </a:r>
          <a:r>
            <a:rPr lang="en-US" sz="1400" kern="1200" dirty="0"/>
            <a:t>.</a:t>
          </a:r>
        </a:p>
      </dsp:txBody>
      <dsp:txXfrm>
        <a:off x="1494726" y="2600"/>
        <a:ext cx="2252392" cy="955560"/>
      </dsp:txXfrm>
    </dsp:sp>
    <dsp:sp modelId="{91F20C2B-A39C-4164-AE51-A4AEC70DA193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16537-09DB-407E-93CC-0BE18EFC3F55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8F163-BCCB-4895-AE90-E110D292A75A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Superhero and fantasy genres consistently generate the highest revenues, indicating strong global appeal</a:t>
          </a:r>
          <a:r>
            <a:rPr lang="en-US" sz="1400" kern="1200" dirty="0"/>
            <a:t>.</a:t>
          </a:r>
        </a:p>
      </dsp:txBody>
      <dsp:txXfrm>
        <a:off x="5299904" y="2600"/>
        <a:ext cx="2252392" cy="955560"/>
      </dsp:txXfrm>
    </dsp:sp>
    <dsp:sp modelId="{035CA444-0680-46A9-90AF-3962BCEB4FE1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E9DBC-CDA7-467C-B7B6-75E33562BAD2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371FC-83BD-47AC-98C0-07E5267EB1EC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Sequel movies  outperform standalone films, benefiting from established fan bases and brand loyalty</a:t>
          </a:r>
          <a:r>
            <a:rPr lang="en-US" sz="1400" kern="1200" dirty="0"/>
            <a:t>.</a:t>
          </a:r>
        </a:p>
      </dsp:txBody>
      <dsp:txXfrm>
        <a:off x="1494726" y="1697888"/>
        <a:ext cx="2252392" cy="955560"/>
      </dsp:txXfrm>
    </dsp:sp>
    <dsp:sp modelId="{3903D852-B55F-4F09-89ED-D862B60E4517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77E4F-49E4-4783-AA69-8A8F0A8A2440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2C929-2D2C-4AA5-83A6-66FA15B5DDB9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Family-friendly titles (e.g., Frozen, Beauty and the Beast) perform exceptionally well, showing broad demographic reach</a:t>
          </a:r>
          <a:r>
            <a:rPr lang="en-US" sz="1200" kern="1200" dirty="0"/>
            <a:t>.</a:t>
          </a:r>
        </a:p>
      </dsp:txBody>
      <dsp:txXfrm>
        <a:off x="5299904" y="1697888"/>
        <a:ext cx="2252392" cy="955560"/>
      </dsp:txXfrm>
    </dsp:sp>
    <dsp:sp modelId="{CCC888ED-899B-42E3-BA05-00581C0DBA22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26DB3E-A3B7-415C-B885-75565264AC9A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84DD3-84C6-425F-B4ED-9B9A6F346E2A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The revenue gap between top-performing films and average releases is significant, highlighting a “blockbuster-driven” revenue model</a:t>
          </a:r>
          <a:r>
            <a:rPr lang="en-US" sz="1200" kern="1200" dirty="0"/>
            <a:t>.</a:t>
          </a:r>
        </a:p>
      </dsp:txBody>
      <dsp:txXfrm>
        <a:off x="1494726" y="3393176"/>
        <a:ext cx="2252392" cy="9555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E2630-D696-46B4-8EDE-B56B2754FDBC}">
      <dsp:nvSpPr>
        <dsp:cNvPr id="0" name=""/>
        <dsp:cNvSpPr/>
      </dsp:nvSpPr>
      <dsp:spPr>
        <a:xfrm>
          <a:off x="738477" y="944967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D5507-CD58-4E5A-A716-99214CD4A72A}">
      <dsp:nvSpPr>
        <dsp:cNvPr id="0" name=""/>
        <dsp:cNvSpPr/>
      </dsp:nvSpPr>
      <dsp:spPr>
        <a:xfrm>
          <a:off x="78583" y="2370337"/>
          <a:ext cx="239961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Movies with higher audience engagement tend to receive higher ratings</a:t>
          </a:r>
          <a:r>
            <a:rPr lang="en-US" sz="1200" kern="1200" dirty="0"/>
            <a:t>.</a:t>
          </a:r>
        </a:p>
      </dsp:txBody>
      <dsp:txXfrm>
        <a:off x="78583" y="2370337"/>
        <a:ext cx="2399612" cy="877500"/>
      </dsp:txXfrm>
    </dsp:sp>
    <dsp:sp modelId="{66729E29-3A86-4D13-9468-177561873343}">
      <dsp:nvSpPr>
        <dsp:cNvPr id="0" name=""/>
        <dsp:cNvSpPr/>
      </dsp:nvSpPr>
      <dsp:spPr>
        <a:xfrm>
          <a:off x="3558022" y="944967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9398E-1C13-4B75-9498-D13306B7B159}">
      <dsp:nvSpPr>
        <dsp:cNvPr id="0" name=""/>
        <dsp:cNvSpPr/>
      </dsp:nvSpPr>
      <dsp:spPr>
        <a:xfrm>
          <a:off x="2898129" y="2370337"/>
          <a:ext cx="239961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Popular, well-rated movies perform better commercially</a:t>
          </a:r>
        </a:p>
      </dsp:txBody>
      <dsp:txXfrm>
        <a:off x="2898129" y="2370337"/>
        <a:ext cx="2399612" cy="877500"/>
      </dsp:txXfrm>
    </dsp:sp>
    <dsp:sp modelId="{0EE22B39-678A-42E0-901F-A83D58AA6902}">
      <dsp:nvSpPr>
        <dsp:cNvPr id="0" name=""/>
        <dsp:cNvSpPr/>
      </dsp:nvSpPr>
      <dsp:spPr>
        <a:xfrm>
          <a:off x="6377567" y="944967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D47AF-F244-45CC-8815-8F34FB712D34}">
      <dsp:nvSpPr>
        <dsp:cNvPr id="0" name=""/>
        <dsp:cNvSpPr/>
      </dsp:nvSpPr>
      <dsp:spPr>
        <a:xfrm>
          <a:off x="5717674" y="2370337"/>
          <a:ext cx="239961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Genres with comparatively low average audience ratings  may reflect over saturation or weaker storylines</a:t>
          </a:r>
        </a:p>
      </dsp:txBody>
      <dsp:txXfrm>
        <a:off x="5717674" y="2370337"/>
        <a:ext cx="2399612" cy="87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751D2-B915-457B-84C7-6B9BD334BF81}">
      <dsp:nvSpPr>
        <dsp:cNvPr id="0" name=""/>
        <dsp:cNvSpPr/>
      </dsp:nvSpPr>
      <dsp:spPr>
        <a:xfrm>
          <a:off x="518185" y="69015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A7A5E-F5C8-43D7-A309-4EB5CFA48488}">
      <dsp:nvSpPr>
        <dsp:cNvPr id="0" name=""/>
        <dsp:cNvSpPr/>
      </dsp:nvSpPr>
      <dsp:spPr>
        <a:xfrm>
          <a:off x="832623" y="100459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9F810-45C6-4EC0-8E36-347A79C374C4}">
      <dsp:nvSpPr>
        <dsp:cNvPr id="0" name=""/>
        <dsp:cNvSpPr/>
      </dsp:nvSpPr>
      <dsp:spPr>
        <a:xfrm>
          <a:off x="46529" y="2625152"/>
          <a:ext cx="24187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cap="none" dirty="0"/>
            <a:t>Documentary, biography, and history genres show a steady upward trend</a:t>
          </a:r>
          <a:r>
            <a:rPr lang="en-US" sz="1400" kern="1200" cap="none" dirty="0"/>
            <a:t>, indicating growing audience appreciation over time</a:t>
          </a:r>
        </a:p>
      </dsp:txBody>
      <dsp:txXfrm>
        <a:off x="46529" y="2625152"/>
        <a:ext cx="2418750" cy="877500"/>
      </dsp:txXfrm>
    </dsp:sp>
    <dsp:sp modelId="{AD8BF571-91A8-4A77-9248-863CD94ECAB9}">
      <dsp:nvSpPr>
        <dsp:cNvPr id="0" name=""/>
        <dsp:cNvSpPr/>
      </dsp:nvSpPr>
      <dsp:spPr>
        <a:xfrm>
          <a:off x="3360216" y="69015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E03302-AF4B-4F0F-B147-B8F899812647}">
      <dsp:nvSpPr>
        <dsp:cNvPr id="0" name=""/>
        <dsp:cNvSpPr/>
      </dsp:nvSpPr>
      <dsp:spPr>
        <a:xfrm>
          <a:off x="3674654" y="100459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69229-D950-475A-953E-7B93952F8A6B}">
      <dsp:nvSpPr>
        <dsp:cNvPr id="0" name=""/>
        <dsp:cNvSpPr/>
      </dsp:nvSpPr>
      <dsp:spPr>
        <a:xfrm>
          <a:off x="2888560" y="2625152"/>
          <a:ext cx="24187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/>
            <a:t>Action and adventure maintain stable ratings, suggesting consistent audience demand and predictable performance.</a:t>
          </a:r>
        </a:p>
      </dsp:txBody>
      <dsp:txXfrm>
        <a:off x="2888560" y="2625152"/>
        <a:ext cx="2418750" cy="877500"/>
      </dsp:txXfrm>
    </dsp:sp>
    <dsp:sp modelId="{CA9ECE39-A359-49CC-8A25-633A893C8AB2}">
      <dsp:nvSpPr>
        <dsp:cNvPr id="0" name=""/>
        <dsp:cNvSpPr/>
      </dsp:nvSpPr>
      <dsp:spPr>
        <a:xfrm>
          <a:off x="6202248" y="69015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721800-622D-4515-8278-51573847F61A}">
      <dsp:nvSpPr>
        <dsp:cNvPr id="0" name=""/>
        <dsp:cNvSpPr/>
      </dsp:nvSpPr>
      <dsp:spPr>
        <a:xfrm>
          <a:off x="6516685" y="100459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70A5A-0855-45B7-8AFD-3B49926A0E91}">
      <dsp:nvSpPr>
        <dsp:cNvPr id="0" name=""/>
        <dsp:cNvSpPr/>
      </dsp:nvSpPr>
      <dsp:spPr>
        <a:xfrm>
          <a:off x="5730591" y="2625152"/>
          <a:ext cx="24187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/>
            <a:t>Drama and family genres show moderate improvement, reflecting steady but less aggressive growth.</a:t>
          </a:r>
        </a:p>
      </dsp:txBody>
      <dsp:txXfrm>
        <a:off x="5730591" y="2625152"/>
        <a:ext cx="2418750" cy="877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2C45D-84A7-41E8-9806-B600DB1C61F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8FBFF-EBF7-42AB-8F0C-2895AA47DDDF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cap="none">
              <a:solidFill>
                <a:schemeClr val="tx1"/>
              </a:solidFill>
            </a:rPr>
            <a:t>Some genres (e.g., horror and certain niche genres) start from lower ratings but improve toward later years, signaling potential emerging opportunities</a:t>
          </a:r>
          <a:r>
            <a:rPr lang="en-US" sz="1300" kern="1200"/>
            <a:t>.</a:t>
          </a:r>
        </a:p>
      </dsp:txBody>
      <dsp:txXfrm>
        <a:off x="85060" y="2776702"/>
        <a:ext cx="3690000" cy="720000"/>
      </dsp:txXfrm>
    </dsp:sp>
    <dsp:sp modelId="{6F9D52A2-43FA-48C6-9DB7-7C7A55497FE5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D48D6-3A84-40F9-9185-2FB3E64DC6E9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cap="none">
              <a:solidFill>
                <a:schemeClr val="tx1"/>
              </a:solidFill>
            </a:rPr>
            <a:t>Genres with declining or flat trends may require re-positioning, refreshed storytelling, or lower investment priority</a:t>
          </a:r>
          <a:r>
            <a:rPr lang="en-US" sz="1300" kern="1200">
              <a:solidFill>
                <a:schemeClr val="tx1"/>
              </a:solidFill>
            </a:rPr>
            <a:t>.</a:t>
          </a:r>
        </a:p>
      </dsp:txBody>
      <dsp:txXfrm>
        <a:off x="4420810" y="2776702"/>
        <a:ext cx="369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E77AC-70E2-4FDB-BC91-B8C11349A02B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1790C-6133-4736-9126-F3BB8E8560DC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8CB38-8F3D-4506-9B0C-0164CE59FDFD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Prioritize revenue-driving genres for launch:</a:t>
          </a:r>
          <a:br>
            <a:rPr lang="en-US" sz="1100" b="0" kern="1200"/>
          </a:br>
          <a:r>
            <a:rPr lang="en-US" sz="1100" b="0" kern="1200"/>
            <a:t>Focus on Action, Adventure, and Sci-Fi, as these genres consistently lead global box office revenue and show strong international appeal.</a:t>
          </a:r>
        </a:p>
      </dsp:txBody>
      <dsp:txXfrm>
        <a:off x="1330115" y="450978"/>
        <a:ext cx="2546008" cy="1080124"/>
      </dsp:txXfrm>
    </dsp:sp>
    <dsp:sp modelId="{B7B62413-D8ED-4E1D-82F3-8AFBA6D3152E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4332B-5D28-4E1A-B9C5-5EF98D60F51A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7A751-C91A-445C-8272-C41AC3A9DEBE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Invest in high-rated genres to build reputation:</a:t>
          </a:r>
          <a:br>
            <a:rPr lang="en-US" sz="1100" b="0" kern="1200"/>
          </a:br>
          <a:r>
            <a:rPr lang="en-US" sz="1100" b="0" kern="1200"/>
            <a:t>Allocate resources to Short, Documentary, Game Show, News, and Biography to drive critical acclaim, audience satisfaction, and brand credibility.</a:t>
          </a:r>
        </a:p>
      </dsp:txBody>
      <dsp:txXfrm>
        <a:off x="5631327" y="450978"/>
        <a:ext cx="2546008" cy="1080124"/>
      </dsp:txXfrm>
    </dsp:sp>
    <dsp:sp modelId="{9E7EEBB5-78B7-43CF-A84B-7282B8D151EF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DDD64-3274-47D9-A51F-8528181B890D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DA941-CF99-4103-A2AE-CE7E8D62F490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Reevaluate underperforming genres:</a:t>
          </a:r>
          <a:br>
            <a:rPr lang="en-US" sz="1100" b="0" kern="1200"/>
          </a:br>
          <a:r>
            <a:rPr lang="en-US" sz="1100" b="0" kern="1200"/>
            <a:t>Conduct deeper analysis of Adventure, Animation, and Family to understand gaps in storytelling, marketing, or audience fit before scaling investment</a:t>
          </a:r>
          <a:r>
            <a:rPr lang="en-US" sz="1100" kern="1200"/>
            <a:t>.</a:t>
          </a:r>
        </a:p>
      </dsp:txBody>
      <dsp:txXfrm>
        <a:off x="1330115" y="2158301"/>
        <a:ext cx="2546008" cy="1080124"/>
      </dsp:txXfrm>
    </dsp:sp>
    <dsp:sp modelId="{1E0BD975-9B6D-411C-A021-7A48E900327E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A70EB-B320-4232-8939-3685AA822327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B2B92-0A73-4E33-B38F-897FBE79D738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Adopt a balanced portfolio strategy:</a:t>
          </a:r>
          <a:br>
            <a:rPr lang="en-US" sz="1100" b="0" kern="1200" dirty="0"/>
          </a:br>
          <a:r>
            <a:rPr lang="en-US" sz="1100" b="0" kern="1200" dirty="0"/>
            <a:t>Maintain selective presence in popular commercial genres for box office or streaming traction, while prioritizing high-rated content to establish a strong studio identity</a:t>
          </a:r>
        </a:p>
      </dsp:txBody>
      <dsp:txXfrm>
        <a:off x="5631327" y="2158301"/>
        <a:ext cx="2546008" cy="10801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534C4-EFAC-48ED-87F9-1510B369F879}">
      <dsp:nvSpPr>
        <dsp:cNvPr id="0" name=""/>
        <dsp:cNvSpPr/>
      </dsp:nvSpPr>
      <dsp:spPr>
        <a:xfrm>
          <a:off x="160" y="684954"/>
          <a:ext cx="1932912" cy="23194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Leverage top domestic performers (BV, P/DW, WB):</a:t>
          </a:r>
          <a:br>
            <a:rPr lang="en-US" sz="1100" i="0" kern="1200" baseline="0"/>
          </a:br>
          <a:r>
            <a:rPr lang="en-US" sz="1100" i="0" kern="1200" baseline="0"/>
            <a:t>Drive stable home-market revenue through sequels, franchises, and targeted domestic marketing.</a:t>
          </a:r>
          <a:endParaRPr lang="en-US" sz="1100" kern="1200"/>
        </a:p>
      </dsp:txBody>
      <dsp:txXfrm>
        <a:off x="160" y="1612752"/>
        <a:ext cx="1932912" cy="1391697"/>
      </dsp:txXfrm>
    </dsp:sp>
    <dsp:sp modelId="{9C56A57B-B268-4615-B8A0-A4DF224DC0DD}">
      <dsp:nvSpPr>
        <dsp:cNvPr id="0" name=""/>
        <dsp:cNvSpPr/>
      </dsp:nvSpPr>
      <dsp:spPr>
        <a:xfrm>
          <a:off x="160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01</a:t>
          </a:r>
        </a:p>
      </dsp:txBody>
      <dsp:txXfrm>
        <a:off x="160" y="684954"/>
        <a:ext cx="1932912" cy="927798"/>
      </dsp:txXfrm>
    </dsp:sp>
    <dsp:sp modelId="{80E4020B-8B76-4D0A-9FF6-2CA4D0455DCF}">
      <dsp:nvSpPr>
        <dsp:cNvPr id="0" name=""/>
        <dsp:cNvSpPr/>
      </dsp:nvSpPr>
      <dsp:spPr>
        <a:xfrm>
          <a:off x="2087706" y="684954"/>
          <a:ext cx="1932912" cy="23194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Capitalize on strong foreign performers (HC, P/DW, BV):</a:t>
          </a:r>
          <a:br>
            <a:rPr lang="en-US" sz="1100" i="0" kern="1200" baseline="0"/>
          </a:br>
          <a:r>
            <a:rPr lang="en-US" sz="1100" i="0" kern="1200" baseline="0"/>
            <a:t>Expand international distribution, partnerships, and market-specific content strategies.</a:t>
          </a:r>
          <a:endParaRPr lang="en-US" sz="1100" kern="1200"/>
        </a:p>
      </dsp:txBody>
      <dsp:txXfrm>
        <a:off x="2087706" y="1612752"/>
        <a:ext cx="1932912" cy="1391697"/>
      </dsp:txXfrm>
    </dsp:sp>
    <dsp:sp modelId="{70367039-8A1C-4410-A855-4AD438F28AE5}">
      <dsp:nvSpPr>
        <dsp:cNvPr id="0" name=""/>
        <dsp:cNvSpPr/>
      </dsp:nvSpPr>
      <dsp:spPr>
        <a:xfrm>
          <a:off x="2087706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02</a:t>
          </a:r>
        </a:p>
      </dsp:txBody>
      <dsp:txXfrm>
        <a:off x="2087706" y="684954"/>
        <a:ext cx="1932912" cy="927798"/>
      </dsp:txXfrm>
    </dsp:sp>
    <dsp:sp modelId="{7F76373A-6F99-44A1-A749-5197CEE75B42}">
      <dsp:nvSpPr>
        <dsp:cNvPr id="0" name=""/>
        <dsp:cNvSpPr/>
      </dsp:nvSpPr>
      <dsp:spPr>
        <a:xfrm>
          <a:off x="4175252" y="684954"/>
          <a:ext cx="1932912" cy="23194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Align domestic and global strategies:</a:t>
          </a:r>
          <a:br>
            <a:rPr lang="en-US" sz="1100" i="0" kern="1200" baseline="0"/>
          </a:br>
          <a:r>
            <a:rPr lang="en-US" sz="1100" i="0" kern="1200" baseline="0"/>
            <a:t>Prioritize studios with strong performance in both markets (P/DW, BV) to reduce risk and maximize cross-market revenue.</a:t>
          </a:r>
          <a:endParaRPr lang="en-US" sz="1100" kern="1200"/>
        </a:p>
      </dsp:txBody>
      <dsp:txXfrm>
        <a:off x="4175252" y="1612752"/>
        <a:ext cx="1932912" cy="1391697"/>
      </dsp:txXfrm>
    </dsp:sp>
    <dsp:sp modelId="{354854E0-106D-454B-90AF-9CF99E3FF712}">
      <dsp:nvSpPr>
        <dsp:cNvPr id="0" name=""/>
        <dsp:cNvSpPr/>
      </dsp:nvSpPr>
      <dsp:spPr>
        <a:xfrm>
          <a:off x="4175252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03</a:t>
          </a:r>
        </a:p>
      </dsp:txBody>
      <dsp:txXfrm>
        <a:off x="4175252" y="684954"/>
        <a:ext cx="1932912" cy="927798"/>
      </dsp:txXfrm>
    </dsp:sp>
    <dsp:sp modelId="{D3BB025C-98A2-482F-A29F-D00997F8C802}">
      <dsp:nvSpPr>
        <dsp:cNvPr id="0" name=""/>
        <dsp:cNvSpPr/>
      </dsp:nvSpPr>
      <dsp:spPr>
        <a:xfrm>
          <a:off x="6262797" y="684954"/>
          <a:ext cx="1932912" cy="23194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Prioritize P/DW projects:</a:t>
          </a:r>
          <a:br>
            <a:rPr lang="en-US" sz="1100" i="0" kern="1200" baseline="0"/>
          </a:br>
          <a:r>
            <a:rPr lang="en-US" sz="1100" i="0" kern="1200" baseline="0"/>
            <a:t>Allocate greater resources to P/DW, leveraging its consistent domestic and international success to maximize total gross revenue and mitigate market volatility</a:t>
          </a:r>
          <a:endParaRPr lang="en-US" sz="1100" kern="1200"/>
        </a:p>
      </dsp:txBody>
      <dsp:txXfrm>
        <a:off x="6262797" y="1612752"/>
        <a:ext cx="1932912" cy="1391697"/>
      </dsp:txXfrm>
    </dsp:sp>
    <dsp:sp modelId="{1CE3EC72-2916-44DB-A89E-D825051BB8C5}">
      <dsp:nvSpPr>
        <dsp:cNvPr id="0" name=""/>
        <dsp:cNvSpPr/>
      </dsp:nvSpPr>
      <dsp:spPr>
        <a:xfrm>
          <a:off x="6262797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04</a:t>
          </a:r>
        </a:p>
      </dsp:txBody>
      <dsp:txXfrm>
        <a:off x="6262797" y="684954"/>
        <a:ext cx="1932912" cy="9277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7D160-212E-4F65-A4C2-E57AF88E4676}">
      <dsp:nvSpPr>
        <dsp:cNvPr id="0" name=""/>
        <dsp:cNvSpPr/>
      </dsp:nvSpPr>
      <dsp:spPr>
        <a:xfrm>
          <a:off x="289" y="1741188"/>
          <a:ext cx="710427" cy="7104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78B03-9205-4B57-8AE5-3F5D8EACA5F7}">
      <dsp:nvSpPr>
        <dsp:cNvPr id="0" name=""/>
        <dsp:cNvSpPr/>
      </dsp:nvSpPr>
      <dsp:spPr>
        <a:xfrm>
          <a:off x="149479" y="1890378"/>
          <a:ext cx="412048" cy="412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0FC78-D8BB-4BBC-9777-D9E3149CAD4E}">
      <dsp:nvSpPr>
        <dsp:cNvPr id="0" name=""/>
        <dsp:cNvSpPr/>
      </dsp:nvSpPr>
      <dsp:spPr>
        <a:xfrm>
          <a:off x="862952" y="17411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Invest in high-visibility projects:</a:t>
          </a:r>
          <a:br>
            <a:rPr lang="en-GB" sz="1100" kern="1200"/>
          </a:br>
          <a:r>
            <a:rPr lang="en-GB" sz="1100" kern="1200"/>
            <a:t>Prioritize films likely to attract large audiences, as higher engagement correlates with better ratings.</a:t>
          </a:r>
          <a:endParaRPr lang="en-US" sz="1100" kern="1200"/>
        </a:p>
      </dsp:txBody>
      <dsp:txXfrm>
        <a:off x="862952" y="1741188"/>
        <a:ext cx="1674579" cy="710427"/>
      </dsp:txXfrm>
    </dsp:sp>
    <dsp:sp modelId="{C890A6C6-1EA4-4C5B-9891-9352DB5FDC58}">
      <dsp:nvSpPr>
        <dsp:cNvPr id="0" name=""/>
        <dsp:cNvSpPr/>
      </dsp:nvSpPr>
      <dsp:spPr>
        <a:xfrm>
          <a:off x="2829314" y="1741188"/>
          <a:ext cx="710427" cy="7104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1FB58-D3B8-4B85-A5BF-3D32CBAC96E9}">
      <dsp:nvSpPr>
        <dsp:cNvPr id="0" name=""/>
        <dsp:cNvSpPr/>
      </dsp:nvSpPr>
      <dsp:spPr>
        <a:xfrm>
          <a:off x="2978504" y="1890378"/>
          <a:ext cx="412048" cy="412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3C417-21BD-4C65-AC73-467E4CA134E4}">
      <dsp:nvSpPr>
        <dsp:cNvPr id="0" name=""/>
        <dsp:cNvSpPr/>
      </dsp:nvSpPr>
      <dsp:spPr>
        <a:xfrm>
          <a:off x="3691976" y="17411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Encourage audience participation:</a:t>
          </a:r>
          <a:br>
            <a:rPr lang="en-GB" sz="1100" kern="1200"/>
          </a:br>
          <a:r>
            <a:rPr lang="en-GB" sz="1100" kern="1200"/>
            <a:t>Promote campaigns or platforms that drive votes and reviews to boost perceived movie quality.</a:t>
          </a:r>
          <a:endParaRPr lang="en-US" sz="1100" kern="1200"/>
        </a:p>
      </dsp:txBody>
      <dsp:txXfrm>
        <a:off x="3691976" y="1741188"/>
        <a:ext cx="1674579" cy="710427"/>
      </dsp:txXfrm>
    </dsp:sp>
    <dsp:sp modelId="{0115B50F-EB1D-4E92-8C15-29A6DC06E3DF}">
      <dsp:nvSpPr>
        <dsp:cNvPr id="0" name=""/>
        <dsp:cNvSpPr/>
      </dsp:nvSpPr>
      <dsp:spPr>
        <a:xfrm>
          <a:off x="5658339" y="1741188"/>
          <a:ext cx="710427" cy="7104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2740A-3D4D-4F9D-97D6-61FEC1C76810}">
      <dsp:nvSpPr>
        <dsp:cNvPr id="0" name=""/>
        <dsp:cNvSpPr/>
      </dsp:nvSpPr>
      <dsp:spPr>
        <a:xfrm>
          <a:off x="5807529" y="1890378"/>
          <a:ext cx="412048" cy="412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55BC3-9666-444C-A8AF-B5FDF1437407}">
      <dsp:nvSpPr>
        <dsp:cNvPr id="0" name=""/>
        <dsp:cNvSpPr/>
      </dsp:nvSpPr>
      <dsp:spPr>
        <a:xfrm>
          <a:off x="6521001" y="17411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Analyze 2018 spike drivers:</a:t>
          </a:r>
          <a:br>
            <a:rPr lang="en-GB" sz="1100" kern="1200"/>
          </a:br>
          <a:r>
            <a:rPr lang="en-GB" sz="1100" kern="1200"/>
            <a:t>Investigate factors behind the sudden rise in 2018—genre, marketing, cast, or release strategy—and replicate successful elements in future releases.</a:t>
          </a:r>
          <a:endParaRPr lang="en-US" sz="1100" kern="1200"/>
        </a:p>
      </dsp:txBody>
      <dsp:txXfrm>
        <a:off x="6521001" y="1741188"/>
        <a:ext cx="1674579" cy="7104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76B92-7368-47EC-AF46-1D2060DF6142}">
      <dsp:nvSpPr>
        <dsp:cNvPr id="0" name=""/>
        <dsp:cNvSpPr/>
      </dsp:nvSpPr>
      <dsp:spPr>
        <a:xfrm>
          <a:off x="968308" y="545567"/>
          <a:ext cx="1483312" cy="1483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7E7E9-C9DC-473B-9E0B-4D8CC25A5B3F}">
      <dsp:nvSpPr>
        <dsp:cNvPr id="0" name=""/>
        <dsp:cNvSpPr/>
      </dsp:nvSpPr>
      <dsp:spPr>
        <a:xfrm>
          <a:off x="61839" y="2417790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Leverage Microsoft’s Ecosystem</a:t>
          </a:r>
        </a:p>
      </dsp:txBody>
      <dsp:txXfrm>
        <a:off x="61839" y="2417790"/>
        <a:ext cx="3296250" cy="720000"/>
      </dsp:txXfrm>
    </dsp:sp>
    <dsp:sp modelId="{2656A212-83FA-4254-BA4D-7644F70F1406}">
      <dsp:nvSpPr>
        <dsp:cNvPr id="0" name=""/>
        <dsp:cNvSpPr/>
      </dsp:nvSpPr>
      <dsp:spPr>
        <a:xfrm>
          <a:off x="4841402" y="545567"/>
          <a:ext cx="1483312" cy="1483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67F5A-395D-40D7-9614-10A0ED6FCB07}">
      <dsp:nvSpPr>
        <dsp:cNvPr id="0" name=""/>
        <dsp:cNvSpPr/>
      </dsp:nvSpPr>
      <dsp:spPr>
        <a:xfrm>
          <a:off x="3934933" y="2417790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By integrating film content with Xbox, Game Pass, Azure, AI, and streaming platforms to maximize cross-platform monetization and audience reach.</a:t>
          </a:r>
        </a:p>
      </dsp:txBody>
      <dsp:txXfrm>
        <a:off x="3934933" y="2417790"/>
        <a:ext cx="32962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A4365-AEB4-436F-AE1B-1980BF65164A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1B43D-F868-43C8-9E01-D80EE043E931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To position Microsoft’s new movie studio for success, a </a:t>
          </a:r>
          <a:r>
            <a:rPr lang="en-GB" sz="1100" b="1" kern="1200"/>
            <a:t>data-driven, balanced approach</a:t>
          </a:r>
          <a:r>
            <a:rPr lang="en-GB" sz="1100" kern="1200"/>
            <a:t> is recommended. Strengthening domestic revenue through streaming, targeted marketing, and strategic partnerships provides a stable base, while predictive analysis of foreign markets enables proactive risk management. Content strategy should focus on high-performing and high-rated genres—Action, Adventure, Sci-Fi, Short, Documentary, Game Show, News, and Biography—while carefully analyzing underperforming genres before committing significant resources.</a:t>
          </a:r>
          <a:endParaRPr lang="en-US" sz="1100" kern="1200"/>
        </a:p>
      </dsp:txBody>
      <dsp:txXfrm>
        <a:off x="456496" y="980400"/>
        <a:ext cx="3381034" cy="2099279"/>
      </dsp:txXfrm>
    </dsp:sp>
    <dsp:sp modelId="{A2E691A7-1736-4182-B356-EE3B720D05C9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437F3-1A02-472B-A5AE-396122B3AE5F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Optimized release and distribution strategies tailored to regional preferences, combined with initiatives to boost audience engagement and voting, will maximize ratings, viewership, and cross-market revenue. Leveraging top-performing studios such as P/DW and BV ensures strong domestic and international appeal, supporting sustainable growth, reputation-building, and long-term success for the new studio.</a:t>
          </a:r>
          <a:endParaRPr lang="en-US" sz="1100" kern="1200"/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2A4FB-C66E-4120-B5A4-7507B3952645}" type="datetimeFigureOut">
              <a:rPr lang="en-KE" smtClean="0"/>
              <a:t>02/01/2026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4BCF9-8A07-49E7-91F5-924C11B3FD8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9380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89620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C1670-7DFD-4067-BD59-A3C9751F895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71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5BE7-4245-C2D6-BDD4-72AFB24E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5E620-CEB3-4680-7B3E-2A14185C8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K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59F2B-6CAA-2FA9-D322-5EACE4BDB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8896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8896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</a:t>
            </a:r>
            <a:r>
              <a:rPr lang="en-US" baseline="0" dirty="0"/>
              <a:t>[</a:t>
            </a:r>
            <a:r>
              <a:rPr lang="en-US" b="1" baseline="0" dirty="0"/>
              <a:t>NEXT</a:t>
            </a:r>
            <a:r>
              <a:rPr lang="en-US" baseline="0" dirty="0"/>
              <a:t>]</a:t>
            </a:r>
          </a:p>
          <a:p>
            <a:pPr defTabSz="889620">
              <a:defRPr/>
            </a:pPr>
            <a:endParaRPr lang="en-US" dirty="0"/>
          </a:p>
          <a:p>
            <a:pPr marL="0" marR="0" lvl="0" indent="0" algn="l" defTabSz="8896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</a:t>
            </a:r>
            <a:r>
              <a:rPr lang="en-US" baseline="0" dirty="0"/>
              <a:t>[</a:t>
            </a:r>
            <a:r>
              <a:rPr lang="en-US" b="1" baseline="0" dirty="0"/>
              <a:t>NEXT</a:t>
            </a:r>
            <a:r>
              <a:rPr lang="en-US" baseline="0" dirty="0"/>
              <a:t>]</a:t>
            </a:r>
          </a:p>
          <a:p>
            <a:pPr marL="0" marR="0" lvl="0" indent="0" algn="l" defTabSz="8896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8896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251BC-FD58-80BF-2760-D7BE346D1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C1670-7DFD-4067-BD59-A3C9751F895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Movie Studio:Data Driven Strategy for movie creation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E7F45400-8DD5-4857-9DDA-1EE862C83624}" type="slidenum">
              <a:rPr lang="en-US" sz="10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 sz="10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891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026D60-A5D0-A5D9-9629-A7492FD3FF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089" r="990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A8B88-5603-B4BA-697B-2B2CD157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/>
              <a:t>Microsoft Movie Studio</a:t>
            </a:r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B69F87-14F3-9547-34D2-5FDEA2C64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35088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454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 b="1">
                <a:solidFill>
                  <a:srgbClr val="FFFFFF"/>
                </a:solidFill>
              </a:rP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Microsoft is evaluating entry into the global film production industry.</a:t>
            </a:r>
          </a:p>
          <a:p>
            <a:pPr marL="0" indent="0">
              <a:buNone/>
            </a:pPr>
            <a:endParaRPr lang="en-GB" sz="17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700" dirty="0"/>
              <a:t>The objective is to identify movie genres that maximize audience satisfaction and long-term brand value.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700" dirty="0"/>
              <a:t>To develop a strategic genre approach to reduce risk and strengthens studio credibility.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700" dirty="0"/>
              <a:t>Optimize Release &amp; Distribution Strategy by tailoring content and release timing to regional preferences.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sz="1700" i="1" dirty="0"/>
          </a:p>
          <a:p>
            <a:pPr marL="457200" lvl="1" indent="0">
              <a:buNone/>
            </a:pPr>
            <a:r>
              <a:rPr lang="en-GB" sz="1200" i="1" dirty="0"/>
              <a:t>This analysis uses historical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C06E-D5C1-4636-5B68-C35A9BCA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C77CCD-4C26-BE20-D28D-78293FA5E4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632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91FC9-9C18-A67D-D808-809D2AC6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D4E130-F4E4-DD7A-1E5C-0451A5D3D4F0}"/>
              </a:ext>
            </a:extLst>
          </p:cNvPr>
          <p:cNvSpPr/>
          <p:nvPr/>
        </p:nvSpPr>
        <p:spPr>
          <a:xfrm>
            <a:off x="628650" y="365125"/>
            <a:ext cx="7886700" cy="1325563"/>
          </a:xfrm>
          <a:prstGeom prst="rect">
            <a:avLst/>
          </a:prstGeom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300" dirty="0">
                <a:solidFill>
                  <a:schemeClr val="tx1"/>
                </a:solidFill>
              </a:rPr>
              <a:t>Three linked datasets were used for this analysis</a:t>
            </a:r>
            <a:r>
              <a:rPr lang="en-US" sz="23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05FE1-7668-9BF9-C585-CB7E5C5B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E7F45400-8DD5-4857-9DDA-1EE862C8362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1">
            <a:extLst>
              <a:ext uri="{FF2B5EF4-FFF2-40B4-BE49-F238E27FC236}">
                <a16:creationId xmlns:a16="http://schemas.microsoft.com/office/drawing/2014/main" id="{D3754FA7-916F-E7B9-C232-74BA0BC7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98806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010436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1557A-11EE-9D6A-8DE0-5E332BE1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Methodology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B539EE-F369-51C8-10AF-0F5AB7C65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4988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20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CC048-F666-6A08-F537-14FF4E9F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Key Finding 1 : Highest Revenue Movies </a:t>
            </a:r>
            <a:endParaRPr lang="en-KE" sz="35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B9FA9-7502-D0B0-67B3-053C63588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70672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74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F1B66-66B1-43A8-BC2C-9623D520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Highest Revenue Generation movies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5D5E50-B276-E691-89A5-9BD9EA8FC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716251"/>
            <a:ext cx="8495662" cy="295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9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Finding 2: Ratings By Genres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6E628504-E766-61FE-3ACF-28BBAC96CD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9683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E8456-75B9-C2D2-7BDC-19C5A5F1A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Movie Rating by Genres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61C73-F1F6-6A97-C08F-C9B618D20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725" b="-1"/>
          <a:stretch>
            <a:fillRect/>
          </a:stretch>
        </p:blipFill>
        <p:spPr>
          <a:xfrm>
            <a:off x="324168" y="2030771"/>
            <a:ext cx="8495662" cy="432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45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Key Finding 3: Trends Over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D15C46-3452-3585-75A5-D31440895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880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12456-872D-386A-A4FF-DB0C9E95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Trends Over Time- Finding</a:t>
            </a:r>
            <a:endParaRPr lang="en-KE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C8EE8-49F9-843F-A6F0-791A9FA00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7174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704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9D2F5-850E-63F5-FD6F-2D4ABCFA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Average rating over time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A82A2D-76CE-4553-11BA-A3139EC058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6821" y="1674498"/>
            <a:ext cx="5419311" cy="350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45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19D9A-6DE3-AC9E-C27D-8DBF1042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Average rating trends by Genres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7A5528-13C5-F3C9-6143-1D03CC6BE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079076"/>
            <a:ext cx="8495662" cy="42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97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C1D83-F6E0-888D-5E58-52D2931A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Finding 4:Studio perfomance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16064-9F44-576F-8953-7550272B8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GB" sz="1700" b="1" dirty="0"/>
              <a:t>P/DW and BV consistently rank among the top studios in both domestic and foreign box office revenue</a:t>
            </a:r>
            <a:r>
              <a:rPr lang="en-GB" sz="1700" dirty="0"/>
              <a:t>, indicating strong global market appeal. While </a:t>
            </a:r>
            <a:r>
              <a:rPr lang="en-GB" sz="1700" b="1" dirty="0"/>
              <a:t>WB</a:t>
            </a:r>
            <a:r>
              <a:rPr lang="en-GB" sz="1700" dirty="0"/>
              <a:t> performs strongly in the domestic market and </a:t>
            </a:r>
            <a:r>
              <a:rPr lang="en-GB" sz="1700" b="1" dirty="0"/>
              <a:t>HC</a:t>
            </a:r>
            <a:r>
              <a:rPr lang="en-GB" sz="1700" dirty="0"/>
              <a:t> leads internationally, the cross-market success .</a:t>
            </a:r>
          </a:p>
        </p:txBody>
      </p:sp>
    </p:spTree>
    <p:extLst>
      <p:ext uri="{BB962C8B-B14F-4D97-AF65-F5344CB8AC3E}">
        <p14:creationId xmlns:p14="http://schemas.microsoft.com/office/powerpoint/2010/main" val="2958875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9272" cy="1576446"/>
            <a:chOff x="0" y="0"/>
            <a:chExt cx="12192002" cy="157644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15CEF46-2383-565D-BC7A-A44F45F4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8" y="319314"/>
            <a:ext cx="7108033" cy="103051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Foreign and Domestic gross revenue by Studio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16E34AF-678A-5C92-9087-B62C42B835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52" y="2597451"/>
            <a:ext cx="4338284" cy="235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11839FE-6390-BB71-DCCE-4C981F42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00753" y="2701384"/>
            <a:ext cx="4390526" cy="195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69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08690-D8A1-52AC-1DD8-8020F958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Reccomendation: Genres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DC8561-8C62-3884-66F2-AE97DB434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43306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4154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C33F9-985B-E576-6F8D-F2E0DDA2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Reccommendation: Studios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B4E108-B869-AA51-9F7A-1F3E87E3A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97429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459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28D19-6C68-D8A0-0904-3C4EA65F5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Reccommendation:Ratings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956FBE-5F0A-6E6D-6767-5A8405372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2222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36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B4EEE-2EED-65AE-8CA1-3540606C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Reccommendation:Revenue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1AEA2A-60E9-5311-5725-ABD728A96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2318197"/>
            <a:ext cx="7293023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Strengthen Domestic Revenue as a Safety Net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Leverage streaming and digital releases to expand domestic reach.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targeted marketing campaigns to key domestic audiences.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Partner with other movie stakeholders to maximize home-market revenue.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Leverage Predictive Analysis for Foreign Revenue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data-driven forecasts to anticipate international market trends.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Develop a risk management plan based on projected foreign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Optimize Release &amp; Distribution Strategy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Tailor content, marketing, and release timing to regional preferences.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Align distribution channels and promotional efforts with target markets to maximize impact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99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BF99D-ADF2-AD2F-8A44-47F54814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General Reccommendation</a:t>
            </a:r>
            <a:endParaRPr lang="en-KE" sz="3500" dirty="0">
              <a:solidFill>
                <a:srgbClr val="FFFFFF"/>
              </a:solidFill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6CE498A-FF18-E2D3-0DBC-4591B0EA6F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8699" y="2318197"/>
          <a:ext cx="7293023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4291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ECA0F-F1F5-ED50-95FB-2AE52B2A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ED7112-BCC7-A6B9-9CB8-CED388204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11710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99654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56C402F5-66F3-4158-B80C-83116B910259}"/>
  <p:tag name="GENSWF_ADVANCE_TIME" val="16.321"/>
  <p:tag name="TIMING" val="|0.001|1.32|1|1|1|1|1|1|1|1|1|1|1|1|1|1|1"/>
  <p:tag name="ISPRING_CUSTOM_TIMING_US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56C402F5-66F3-4158-B80C-83116B910259}"/>
  <p:tag name="GENSWF_ADVANCE_TIME" val="16.321"/>
  <p:tag name="TIMING" val="|0.001|1.32|1|1|1|1|1|1|1|1|1|1|1|1|1|1|1"/>
  <p:tag name="ISPRING_CUSTOM_TIMING_US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1202</Words>
  <Application>Microsoft Office PowerPoint</Application>
  <PresentationFormat>On-screen Show (4:3)</PresentationFormat>
  <Paragraphs>102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Office Theme</vt:lpstr>
      <vt:lpstr>PowerPoint Presentation</vt:lpstr>
      <vt:lpstr>Microsoft Movie Studio</vt:lpstr>
      <vt:lpstr>Business Context</vt:lpstr>
      <vt:lpstr>Business Questions</vt:lpstr>
      <vt:lpstr>PowerPoint Presentation</vt:lpstr>
      <vt:lpstr>Methodology overview</vt:lpstr>
      <vt:lpstr>Key Finding 1 : Highest Revenue Movies </vt:lpstr>
      <vt:lpstr>Top 10 Highest Revenue Generation movies</vt:lpstr>
      <vt:lpstr>Key Finding 2: Ratings By Genres</vt:lpstr>
      <vt:lpstr>Movie Rating by Genres</vt:lpstr>
      <vt:lpstr>Key Finding 3: Trends Over Time</vt:lpstr>
      <vt:lpstr>Trends Over Time- Finding</vt:lpstr>
      <vt:lpstr>Average rating over time</vt:lpstr>
      <vt:lpstr>Average rating trends by Genres</vt:lpstr>
      <vt:lpstr>Finding 4:Studio perfomance</vt:lpstr>
      <vt:lpstr>Foreign and Domestic gross revenue by Studio</vt:lpstr>
      <vt:lpstr>Reccomendation: Genres</vt:lpstr>
      <vt:lpstr>Reccommendation: Studios</vt:lpstr>
      <vt:lpstr>Reccommendation:Ratings</vt:lpstr>
      <vt:lpstr>Reccommendation:Revenue</vt:lpstr>
      <vt:lpstr>General Reccommendation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Benedict Wambua</dc:creator>
  <cp:keywords/>
  <dc:description>generated using python-pptx</dc:description>
  <cp:lastModifiedBy>Benedict Wambua</cp:lastModifiedBy>
  <cp:revision>2</cp:revision>
  <dcterms:created xsi:type="dcterms:W3CDTF">2013-01-27T09:14:16Z</dcterms:created>
  <dcterms:modified xsi:type="dcterms:W3CDTF">2026-02-01T11:06:21Z</dcterms:modified>
  <cp:category/>
</cp:coreProperties>
</file>